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4" r:id="rId4"/>
    <p:sldMasterId id="2147483679" r:id="rId5"/>
  </p:sldMasterIdLst>
  <p:notesMasterIdLst>
    <p:notesMasterId r:id="rId7"/>
  </p:notesMasterIdLst>
  <p:handoutMasterIdLst>
    <p:handoutMasterId r:id="rId8"/>
  </p:handoutMasterIdLst>
  <p:sldIdLst>
    <p:sldId id="269" r:id="rId6"/>
  </p:sldIdLst>
  <p:sldSz cx="42803763" cy="30275213"/>
  <p:notesSz cx="63550800" cy="37341175"/>
  <p:embeddedFontLst>
    <p:embeddedFont>
      <p:font typeface="Lucida Sans" panose="020B0602030504020204" pitchFamily="34" charset="0"/>
      <p:regular r:id="rId9"/>
      <p:bold r:id="rId10"/>
      <p:italic r:id="rId11"/>
      <p:boldItalic r:id="rId12"/>
    </p:embeddedFont>
  </p:embeddedFontLst>
  <p:defaultTextStyle>
    <a:defPPr>
      <a:defRPr lang="de-DE"/>
    </a:defPPr>
    <a:lvl1pPr marL="0" algn="l" defTabSz="3594134" rtl="0" eaLnBrk="1" latinLnBrk="0" hangingPunct="1">
      <a:defRPr sz="7058" kern="1200">
        <a:solidFill>
          <a:schemeClr val="tx1"/>
        </a:solidFill>
        <a:latin typeface="+mn-lt"/>
        <a:ea typeface="+mn-ea"/>
        <a:cs typeface="+mn-cs"/>
      </a:defRPr>
    </a:lvl1pPr>
    <a:lvl2pPr marL="1797063" algn="l" defTabSz="3594134" rtl="0" eaLnBrk="1" latinLnBrk="0" hangingPunct="1">
      <a:defRPr sz="7058" kern="1200">
        <a:solidFill>
          <a:schemeClr val="tx1"/>
        </a:solidFill>
        <a:latin typeface="+mn-lt"/>
        <a:ea typeface="+mn-ea"/>
        <a:cs typeface="+mn-cs"/>
      </a:defRPr>
    </a:lvl2pPr>
    <a:lvl3pPr marL="3594134" algn="l" defTabSz="3594134" rtl="0" eaLnBrk="1" latinLnBrk="0" hangingPunct="1">
      <a:defRPr sz="7058" kern="1200">
        <a:solidFill>
          <a:schemeClr val="tx1"/>
        </a:solidFill>
        <a:latin typeface="+mn-lt"/>
        <a:ea typeface="+mn-ea"/>
        <a:cs typeface="+mn-cs"/>
      </a:defRPr>
    </a:lvl3pPr>
    <a:lvl4pPr marL="5391193" algn="l" defTabSz="3594134" rtl="0" eaLnBrk="1" latinLnBrk="0" hangingPunct="1">
      <a:defRPr sz="7058" kern="1200">
        <a:solidFill>
          <a:schemeClr val="tx1"/>
        </a:solidFill>
        <a:latin typeface="+mn-lt"/>
        <a:ea typeface="+mn-ea"/>
        <a:cs typeface="+mn-cs"/>
      </a:defRPr>
    </a:lvl4pPr>
    <a:lvl5pPr marL="7188264" algn="l" defTabSz="3594134" rtl="0" eaLnBrk="1" latinLnBrk="0" hangingPunct="1">
      <a:defRPr sz="7058" kern="1200">
        <a:solidFill>
          <a:schemeClr val="tx1"/>
        </a:solidFill>
        <a:latin typeface="+mn-lt"/>
        <a:ea typeface="+mn-ea"/>
        <a:cs typeface="+mn-cs"/>
      </a:defRPr>
    </a:lvl5pPr>
    <a:lvl6pPr marL="8985331" algn="l" defTabSz="3594134" rtl="0" eaLnBrk="1" latinLnBrk="0" hangingPunct="1">
      <a:defRPr sz="7058" kern="1200">
        <a:solidFill>
          <a:schemeClr val="tx1"/>
        </a:solidFill>
        <a:latin typeface="+mn-lt"/>
        <a:ea typeface="+mn-ea"/>
        <a:cs typeface="+mn-cs"/>
      </a:defRPr>
    </a:lvl6pPr>
    <a:lvl7pPr marL="10782394" algn="l" defTabSz="3594134" rtl="0" eaLnBrk="1" latinLnBrk="0" hangingPunct="1">
      <a:defRPr sz="7058" kern="1200">
        <a:solidFill>
          <a:schemeClr val="tx1"/>
        </a:solidFill>
        <a:latin typeface="+mn-lt"/>
        <a:ea typeface="+mn-ea"/>
        <a:cs typeface="+mn-cs"/>
      </a:defRPr>
    </a:lvl7pPr>
    <a:lvl8pPr marL="12579461" algn="l" defTabSz="3594134" rtl="0" eaLnBrk="1" latinLnBrk="0" hangingPunct="1">
      <a:defRPr sz="7058" kern="1200">
        <a:solidFill>
          <a:schemeClr val="tx1"/>
        </a:solidFill>
        <a:latin typeface="+mn-lt"/>
        <a:ea typeface="+mn-ea"/>
        <a:cs typeface="+mn-cs"/>
      </a:defRPr>
    </a:lvl8pPr>
    <a:lvl9pPr marL="14376524" algn="l" defTabSz="3594134" rtl="0" eaLnBrk="1" latinLnBrk="0" hangingPunct="1">
      <a:defRPr sz="705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7" userDrawn="1">
          <p15:clr>
            <a:srgbClr val="A4A3A4"/>
          </p15:clr>
        </p15:guide>
        <p15:guide id="2" pos="134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1762" userDrawn="1">
          <p15:clr>
            <a:srgbClr val="A4A3A4"/>
          </p15:clr>
        </p15:guide>
        <p15:guide id="2" pos="20019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59652B6-5F8C-3AB5-713D-163F0F5F394F}" name="Victoria Dahmen" initials="VD" userId="S::v.dahmen@tum.de::d12aad3b-f88d-48d2-a5fe-116b05e8bba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tmann, Sebastian (Landesbaudirektion)" initials="GS(" lastIdx="6" clrIdx="0">
    <p:extLst>
      <p:ext uri="{19B8F6BF-5375-455C-9EA6-DF929625EA0E}">
        <p15:presenceInfo xmlns:p15="http://schemas.microsoft.com/office/powerpoint/2012/main" userId="S-1-5-21-1289117853-911153512-630672053-3897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95ED"/>
    <a:srgbClr val="FFDAB9"/>
    <a:srgbClr val="87CEFA"/>
    <a:srgbClr val="66CDAA"/>
    <a:srgbClr val="005293"/>
    <a:srgbClr val="E2E2E2"/>
    <a:srgbClr val="F7F7F7"/>
    <a:srgbClr val="00459B"/>
    <a:srgbClr val="E377C2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22F017-0A42-48A7-BC04-883A3F4BEA7B}" v="13" dt="2026-01-15T21:45:59.8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91" autoAdjust="0"/>
    <p:restoredTop sz="94688" autoAdjust="0"/>
  </p:normalViewPr>
  <p:slideViewPr>
    <p:cSldViewPr>
      <p:cViewPr varScale="1">
        <p:scale>
          <a:sx n="35" d="100"/>
          <a:sy n="35" d="100"/>
        </p:scale>
        <p:origin x="2280" y="90"/>
      </p:cViewPr>
      <p:guideLst>
        <p:guide orient="horz" pos="2097"/>
        <p:guide pos="134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3" d="100"/>
        <a:sy n="133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6" d="100"/>
          <a:sy n="16" d="100"/>
        </p:scale>
        <p:origin x="1138" y="96"/>
      </p:cViewPr>
      <p:guideLst>
        <p:guide orient="horz" pos="11762"/>
        <p:guide pos="2001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font" Target="fonts/font3.fntdata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rian Kammerer" userId="5ff2d86e730dd890" providerId="LiveId" clId="{92D1E11A-09F4-4020-8921-0F0E87A1B2D5}"/>
    <pc:docChg chg="undo custSel modSld modMainMaster modNotesMaster">
      <pc:chgData name="Florian Kammerer" userId="5ff2d86e730dd890" providerId="LiveId" clId="{92D1E11A-09F4-4020-8921-0F0E87A1B2D5}" dt="2026-01-15T21:51:05.751" v="157" actId="1076"/>
      <pc:docMkLst>
        <pc:docMk/>
      </pc:docMkLst>
      <pc:sldChg chg="addSp delSp modSp mod modNotes">
        <pc:chgData name="Florian Kammerer" userId="5ff2d86e730dd890" providerId="LiveId" clId="{92D1E11A-09F4-4020-8921-0F0E87A1B2D5}" dt="2026-01-15T21:51:05.751" v="157" actId="1076"/>
        <pc:sldMkLst>
          <pc:docMk/>
          <pc:sldMk cId="1756435960" sldId="269"/>
        </pc:sldMkLst>
        <pc:spChg chg="mod">
          <ac:chgData name="Florian Kammerer" userId="5ff2d86e730dd890" providerId="LiveId" clId="{92D1E11A-09F4-4020-8921-0F0E87A1B2D5}" dt="2026-01-15T21:50:44.334" v="153" actId="1076"/>
          <ac:spMkLst>
            <pc:docMk/>
            <pc:sldMk cId="1756435960" sldId="269"/>
            <ac:spMk id="4" creationId="{BE1AF329-85AF-0A34-4DCE-C9D5006FC639}"/>
          </ac:spMkLst>
        </pc:spChg>
        <pc:spChg chg="mod">
          <ac:chgData name="Florian Kammerer" userId="5ff2d86e730dd890" providerId="LiveId" clId="{92D1E11A-09F4-4020-8921-0F0E87A1B2D5}" dt="2026-01-15T21:51:00.234" v="156" actId="1076"/>
          <ac:spMkLst>
            <pc:docMk/>
            <pc:sldMk cId="1756435960" sldId="269"/>
            <ac:spMk id="6" creationId="{C957BDBB-EB1D-8896-9F68-1B090E0BC354}"/>
          </ac:spMkLst>
        </pc:spChg>
        <pc:spChg chg="mod">
          <ac:chgData name="Florian Kammerer" userId="5ff2d86e730dd890" providerId="LiveId" clId="{92D1E11A-09F4-4020-8921-0F0E87A1B2D5}" dt="2026-01-15T21:50:48.901" v="154" actId="1076"/>
          <ac:spMkLst>
            <pc:docMk/>
            <pc:sldMk cId="1756435960" sldId="269"/>
            <ac:spMk id="9" creationId="{20EEB46C-98C9-BA80-9F45-4AD340BDB855}"/>
          </ac:spMkLst>
        </pc:spChg>
        <pc:spChg chg="mod">
          <ac:chgData name="Florian Kammerer" userId="5ff2d86e730dd890" providerId="LiveId" clId="{92D1E11A-09F4-4020-8921-0F0E87A1B2D5}" dt="2026-01-15T21:50:54.720" v="155" actId="1076"/>
          <ac:spMkLst>
            <pc:docMk/>
            <pc:sldMk cId="1756435960" sldId="269"/>
            <ac:spMk id="11" creationId="{DE983FC6-E07F-174D-9B0F-15EDAF614894}"/>
          </ac:spMkLst>
        </pc:spChg>
        <pc:spChg chg="mod">
          <ac:chgData name="Florian Kammerer" userId="5ff2d86e730dd890" providerId="LiveId" clId="{92D1E11A-09F4-4020-8921-0F0E87A1B2D5}" dt="2026-01-15T21:51:05.751" v="157" actId="1076"/>
          <ac:spMkLst>
            <pc:docMk/>
            <pc:sldMk cId="1756435960" sldId="269"/>
            <ac:spMk id="12" creationId="{60B6EFA7-00E2-6A4A-59AF-6666329725AF}"/>
          </ac:spMkLst>
        </pc:spChg>
        <pc:spChg chg="mod">
          <ac:chgData name="Florian Kammerer" userId="5ff2d86e730dd890" providerId="LiveId" clId="{92D1E11A-09F4-4020-8921-0F0E87A1B2D5}" dt="2026-01-15T21:43:13.891" v="130" actId="1076"/>
          <ac:spMkLst>
            <pc:docMk/>
            <pc:sldMk cId="1756435960" sldId="269"/>
            <ac:spMk id="17" creationId="{E7F5AEF9-0BCE-1E0B-DC43-0B6326A36B9B}"/>
          </ac:spMkLst>
        </pc:spChg>
        <pc:spChg chg="mod">
          <ac:chgData name="Florian Kammerer" userId="5ff2d86e730dd890" providerId="LiveId" clId="{92D1E11A-09F4-4020-8921-0F0E87A1B2D5}" dt="2026-01-15T21:45:09.360" v="131"/>
          <ac:spMkLst>
            <pc:docMk/>
            <pc:sldMk cId="1756435960" sldId="269"/>
            <ac:spMk id="18" creationId="{F226C1D6-3C2F-4E52-9C87-C11B1E2E0B6A}"/>
          </ac:spMkLst>
        </pc:spChg>
        <pc:spChg chg="mod">
          <ac:chgData name="Florian Kammerer" userId="5ff2d86e730dd890" providerId="LiveId" clId="{92D1E11A-09F4-4020-8921-0F0E87A1B2D5}" dt="2026-01-15T21:47:12.882" v="135" actId="1076"/>
          <ac:spMkLst>
            <pc:docMk/>
            <pc:sldMk cId="1756435960" sldId="269"/>
            <ac:spMk id="29" creationId="{CB904664-8072-57F8-E699-A13A24900439}"/>
          </ac:spMkLst>
        </pc:spChg>
        <pc:spChg chg="mod">
          <ac:chgData name="Florian Kammerer" userId="5ff2d86e730dd890" providerId="LiveId" clId="{92D1E11A-09F4-4020-8921-0F0E87A1B2D5}" dt="2026-01-15T21:47:06.067" v="132" actId="1076"/>
          <ac:spMkLst>
            <pc:docMk/>
            <pc:sldMk cId="1756435960" sldId="269"/>
            <ac:spMk id="30" creationId="{E8A87667-5AFE-3B3D-CCC2-B3D2495E7EE9}"/>
          </ac:spMkLst>
        </pc:spChg>
        <pc:spChg chg="mod">
          <ac:chgData name="Florian Kammerer" userId="5ff2d86e730dd890" providerId="LiveId" clId="{92D1E11A-09F4-4020-8921-0F0E87A1B2D5}" dt="2026-01-15T21:47:08.470" v="133" actId="1076"/>
          <ac:spMkLst>
            <pc:docMk/>
            <pc:sldMk cId="1756435960" sldId="269"/>
            <ac:spMk id="31" creationId="{C777DC34-D933-7CEF-D93B-7E6488E8CB21}"/>
          </ac:spMkLst>
        </pc:spChg>
        <pc:spChg chg="mod">
          <ac:chgData name="Florian Kammerer" userId="5ff2d86e730dd890" providerId="LiveId" clId="{92D1E11A-09F4-4020-8921-0F0E87A1B2D5}" dt="2026-01-15T21:47:21.382" v="137" actId="1076"/>
          <ac:spMkLst>
            <pc:docMk/>
            <pc:sldMk cId="1756435960" sldId="269"/>
            <ac:spMk id="32" creationId="{9DC9D20E-AD24-68AE-942F-BBAE2F8626E0}"/>
          </ac:spMkLst>
        </pc:spChg>
        <pc:spChg chg="mod">
          <ac:chgData name="Florian Kammerer" userId="5ff2d86e730dd890" providerId="LiveId" clId="{92D1E11A-09F4-4020-8921-0F0E87A1B2D5}" dt="2026-01-15T21:43:07.707" v="129" actId="1076"/>
          <ac:spMkLst>
            <pc:docMk/>
            <pc:sldMk cId="1756435960" sldId="269"/>
            <ac:spMk id="33" creationId="{D1A24EB8-42B5-83C6-338E-56B08A6D464C}"/>
          </ac:spMkLst>
        </pc:spChg>
        <pc:spChg chg="mod">
          <ac:chgData name="Florian Kammerer" userId="5ff2d86e730dd890" providerId="LiveId" clId="{92D1E11A-09F4-4020-8921-0F0E87A1B2D5}" dt="2026-01-15T21:45:09.360" v="131"/>
          <ac:spMkLst>
            <pc:docMk/>
            <pc:sldMk cId="1756435960" sldId="269"/>
            <ac:spMk id="34" creationId="{BDFD0C7A-9E79-CC60-0992-8F79BB708804}"/>
          </ac:spMkLst>
        </pc:spChg>
        <pc:spChg chg="mod">
          <ac:chgData name="Florian Kammerer" userId="5ff2d86e730dd890" providerId="LiveId" clId="{92D1E11A-09F4-4020-8921-0F0E87A1B2D5}" dt="2026-01-15T21:31:16.500" v="68" actId="1076"/>
          <ac:spMkLst>
            <pc:docMk/>
            <pc:sldMk cId="1756435960" sldId="269"/>
            <ac:spMk id="35" creationId="{19BDC8ED-D39B-1FE1-A54B-6472A3DB3685}"/>
          </ac:spMkLst>
        </pc:spChg>
        <pc:spChg chg="mod">
          <ac:chgData name="Florian Kammerer" userId="5ff2d86e730dd890" providerId="LiveId" clId="{92D1E11A-09F4-4020-8921-0F0E87A1B2D5}" dt="2026-01-15T21:42:40.612" v="128" actId="1076"/>
          <ac:spMkLst>
            <pc:docMk/>
            <pc:sldMk cId="1756435960" sldId="269"/>
            <ac:spMk id="36" creationId="{7D590E64-C5FB-7843-E306-7E4A8545E9B9}"/>
          </ac:spMkLst>
        </pc:spChg>
        <pc:spChg chg="mod">
          <ac:chgData name="Florian Kammerer" userId="5ff2d86e730dd890" providerId="LiveId" clId="{92D1E11A-09F4-4020-8921-0F0E87A1B2D5}" dt="2026-01-15T21:47:57.590" v="146" actId="1076"/>
          <ac:spMkLst>
            <pc:docMk/>
            <pc:sldMk cId="1756435960" sldId="269"/>
            <ac:spMk id="40" creationId="{8F3D17D5-CDE9-FD22-3D4E-CDBA7F9B14F4}"/>
          </ac:spMkLst>
        </pc:spChg>
        <pc:spChg chg="mod ord">
          <ac:chgData name="Florian Kammerer" userId="5ff2d86e730dd890" providerId="LiveId" clId="{92D1E11A-09F4-4020-8921-0F0E87A1B2D5}" dt="2026-01-15T21:48:04.671" v="147" actId="1076"/>
          <ac:spMkLst>
            <pc:docMk/>
            <pc:sldMk cId="1756435960" sldId="269"/>
            <ac:spMk id="41" creationId="{2AFD95A7-9CF3-B1F2-1420-88F94795EBE6}"/>
          </ac:spMkLst>
        </pc:spChg>
        <pc:spChg chg="mod">
          <ac:chgData name="Florian Kammerer" userId="5ff2d86e730dd890" providerId="LiveId" clId="{92D1E11A-09F4-4020-8921-0F0E87A1B2D5}" dt="2026-01-15T21:47:51.847" v="144" actId="1076"/>
          <ac:spMkLst>
            <pc:docMk/>
            <pc:sldMk cId="1756435960" sldId="269"/>
            <ac:spMk id="42" creationId="{2DA45BCC-0659-813F-0769-13952968176F}"/>
          </ac:spMkLst>
        </pc:spChg>
        <pc:spChg chg="mod">
          <ac:chgData name="Florian Kammerer" userId="5ff2d86e730dd890" providerId="LiveId" clId="{92D1E11A-09F4-4020-8921-0F0E87A1B2D5}" dt="2026-01-15T21:48:11.905" v="150" actId="20577"/>
          <ac:spMkLst>
            <pc:docMk/>
            <pc:sldMk cId="1756435960" sldId="269"/>
            <ac:spMk id="43" creationId="{ACBEF989-682F-DA0A-0850-678BA521FE46}"/>
          </ac:spMkLst>
        </pc:spChg>
        <pc:spChg chg="mod">
          <ac:chgData name="Florian Kammerer" userId="5ff2d86e730dd890" providerId="LiveId" clId="{92D1E11A-09F4-4020-8921-0F0E87A1B2D5}" dt="2026-01-15T21:45:09.360" v="131"/>
          <ac:spMkLst>
            <pc:docMk/>
            <pc:sldMk cId="1756435960" sldId="269"/>
            <ac:spMk id="46" creationId="{91474B7D-E67C-40D6-BFA8-BA059F95E8E5}"/>
          </ac:spMkLst>
        </pc:spChg>
        <pc:spChg chg="mod">
          <ac:chgData name="Florian Kammerer" userId="5ff2d86e730dd890" providerId="LiveId" clId="{92D1E11A-09F4-4020-8921-0F0E87A1B2D5}" dt="2026-01-15T21:45:09.360" v="131"/>
          <ac:spMkLst>
            <pc:docMk/>
            <pc:sldMk cId="1756435960" sldId="269"/>
            <ac:spMk id="47" creationId="{07104AEA-E775-45C5-8EBC-19C5CC7AA436}"/>
          </ac:spMkLst>
        </pc:spChg>
        <pc:spChg chg="mod">
          <ac:chgData name="Florian Kammerer" userId="5ff2d86e730dd890" providerId="LiveId" clId="{92D1E11A-09F4-4020-8921-0F0E87A1B2D5}" dt="2026-01-15T21:45:09.360" v="131"/>
          <ac:spMkLst>
            <pc:docMk/>
            <pc:sldMk cId="1756435960" sldId="269"/>
            <ac:spMk id="49" creationId="{8EF95A21-6011-594B-1C6A-906D3286250E}"/>
          </ac:spMkLst>
        </pc:spChg>
        <pc:spChg chg="mod">
          <ac:chgData name="Florian Kammerer" userId="5ff2d86e730dd890" providerId="LiveId" clId="{92D1E11A-09F4-4020-8921-0F0E87A1B2D5}" dt="2026-01-15T21:47:37.792" v="141" actId="1076"/>
          <ac:spMkLst>
            <pc:docMk/>
            <pc:sldMk cId="1756435960" sldId="269"/>
            <ac:spMk id="52" creationId="{F5FF63B9-E8B6-DE1C-126E-2E1ED3F57FFE}"/>
          </ac:spMkLst>
        </pc:spChg>
        <pc:spChg chg="mod">
          <ac:chgData name="Florian Kammerer" userId="5ff2d86e730dd890" providerId="LiveId" clId="{92D1E11A-09F4-4020-8921-0F0E87A1B2D5}" dt="2026-01-15T21:47:31.945" v="138" actId="1076"/>
          <ac:spMkLst>
            <pc:docMk/>
            <pc:sldMk cId="1756435960" sldId="269"/>
            <ac:spMk id="53" creationId="{4B8B6AD3-D505-D402-BFC9-0262480F32DF}"/>
          </ac:spMkLst>
        </pc:spChg>
        <pc:spChg chg="mod">
          <ac:chgData name="Florian Kammerer" userId="5ff2d86e730dd890" providerId="LiveId" clId="{92D1E11A-09F4-4020-8921-0F0E87A1B2D5}" dt="2026-01-15T21:45:09.360" v="131"/>
          <ac:spMkLst>
            <pc:docMk/>
            <pc:sldMk cId="1756435960" sldId="269"/>
            <ac:spMk id="54" creationId="{CD790A33-F165-7533-E25C-B13443EA13D7}"/>
          </ac:spMkLst>
        </pc:spChg>
        <pc:spChg chg="add mod">
          <ac:chgData name="Florian Kammerer" userId="5ff2d86e730dd890" providerId="LiveId" clId="{92D1E11A-09F4-4020-8921-0F0E87A1B2D5}" dt="2026-01-15T21:29:53.380" v="45" actId="571"/>
          <ac:spMkLst>
            <pc:docMk/>
            <pc:sldMk cId="1756435960" sldId="269"/>
            <ac:spMk id="60" creationId="{47BF5334-9F58-A280-8D9E-7C1EC5C98CF1}"/>
          </ac:spMkLst>
        </pc:spChg>
        <pc:spChg chg="add mod">
          <ac:chgData name="Florian Kammerer" userId="5ff2d86e730dd890" providerId="LiveId" clId="{92D1E11A-09F4-4020-8921-0F0E87A1B2D5}" dt="2026-01-15T21:29:53.380" v="45" actId="571"/>
          <ac:spMkLst>
            <pc:docMk/>
            <pc:sldMk cId="1756435960" sldId="269"/>
            <ac:spMk id="61" creationId="{82740AE9-7E79-3E8F-A3C7-F427CEB1A3BC}"/>
          </ac:spMkLst>
        </pc:spChg>
        <pc:spChg chg="add del mod">
          <ac:chgData name="Florian Kammerer" userId="5ff2d86e730dd890" providerId="LiveId" clId="{92D1E11A-09F4-4020-8921-0F0E87A1B2D5}" dt="2026-01-15T21:36:32.439" v="126" actId="478"/>
          <ac:spMkLst>
            <pc:docMk/>
            <pc:sldMk cId="1756435960" sldId="269"/>
            <ac:spMk id="62" creationId="{DACB5255-EF4B-4FF0-B11B-F50B7A177C5B}"/>
          </ac:spMkLst>
        </pc:spChg>
        <pc:spChg chg="mod">
          <ac:chgData name="Florian Kammerer" userId="5ff2d86e730dd890" providerId="LiveId" clId="{92D1E11A-09F4-4020-8921-0F0E87A1B2D5}" dt="2026-01-15T21:47:45.205" v="142" actId="1076"/>
          <ac:spMkLst>
            <pc:docMk/>
            <pc:sldMk cId="1756435960" sldId="269"/>
            <ac:spMk id="73" creationId="{2058572A-0F8F-C476-4B2C-255C50B39ADE}"/>
          </ac:spMkLst>
        </pc:spChg>
        <pc:spChg chg="mod">
          <ac:chgData name="Florian Kammerer" userId="5ff2d86e730dd890" providerId="LiveId" clId="{92D1E11A-09F4-4020-8921-0F0E87A1B2D5}" dt="2026-01-15T21:47:47.610" v="143" actId="1076"/>
          <ac:spMkLst>
            <pc:docMk/>
            <pc:sldMk cId="1756435960" sldId="269"/>
            <ac:spMk id="74" creationId="{364FD9AA-9C2F-ABE7-6585-30EDD388C978}"/>
          </ac:spMkLst>
        </pc:spChg>
        <pc:spChg chg="mod">
          <ac:chgData name="Florian Kammerer" userId="5ff2d86e730dd890" providerId="LiveId" clId="{92D1E11A-09F4-4020-8921-0F0E87A1B2D5}" dt="2026-01-15T21:42:40.612" v="128" actId="1076"/>
          <ac:spMkLst>
            <pc:docMk/>
            <pc:sldMk cId="1756435960" sldId="269"/>
            <ac:spMk id="80" creationId="{9FFD1AD3-7951-D14D-8461-B6AAA4B6D814}"/>
          </ac:spMkLst>
        </pc:spChg>
        <pc:spChg chg="mod">
          <ac:chgData name="Florian Kammerer" userId="5ff2d86e730dd890" providerId="LiveId" clId="{92D1E11A-09F4-4020-8921-0F0E87A1B2D5}" dt="2026-01-15T21:42:05.841" v="127" actId="1076"/>
          <ac:spMkLst>
            <pc:docMk/>
            <pc:sldMk cId="1756435960" sldId="269"/>
            <ac:spMk id="81" creationId="{F586F20F-B7B5-49D5-87E7-1195054A5AC0}"/>
          </ac:spMkLst>
        </pc:spChg>
        <pc:spChg chg="mod">
          <ac:chgData name="Florian Kammerer" userId="5ff2d86e730dd890" providerId="LiveId" clId="{92D1E11A-09F4-4020-8921-0F0E87A1B2D5}" dt="2026-01-15T21:48:34.153" v="151" actId="1076"/>
          <ac:spMkLst>
            <pc:docMk/>
            <pc:sldMk cId="1756435960" sldId="269"/>
            <ac:spMk id="87" creationId="{2EFA00BA-E84C-1C33-AF42-B401A0C711F1}"/>
          </ac:spMkLst>
        </pc:spChg>
        <pc:spChg chg="mod">
          <ac:chgData name="Florian Kammerer" userId="5ff2d86e730dd890" providerId="LiveId" clId="{92D1E11A-09F4-4020-8921-0F0E87A1B2D5}" dt="2026-01-15T21:33:16.847" v="98" actId="1076"/>
          <ac:spMkLst>
            <pc:docMk/>
            <pc:sldMk cId="1756435960" sldId="269"/>
            <ac:spMk id="94" creationId="{B78979FF-3F53-3C4D-8966-E8D4DF38F0B2}"/>
          </ac:spMkLst>
        </pc:spChg>
        <pc:spChg chg="mod">
          <ac:chgData name="Florian Kammerer" userId="5ff2d86e730dd890" providerId="LiveId" clId="{92D1E11A-09F4-4020-8921-0F0E87A1B2D5}" dt="2026-01-15T21:33:04.213" v="95" actId="1076"/>
          <ac:spMkLst>
            <pc:docMk/>
            <pc:sldMk cId="1756435960" sldId="269"/>
            <ac:spMk id="98" creationId="{9B5BE065-B321-7475-E828-E97CFDC97DAA}"/>
          </ac:spMkLst>
        </pc:spChg>
        <pc:picChg chg="mod">
          <ac:chgData name="Florian Kammerer" userId="5ff2d86e730dd890" providerId="LiveId" clId="{92D1E11A-09F4-4020-8921-0F0E87A1B2D5}" dt="2026-01-15T21:47:11.274" v="134" actId="1076"/>
          <ac:picMkLst>
            <pc:docMk/>
            <pc:sldMk cId="1756435960" sldId="269"/>
            <ac:picMk id="14" creationId="{AF7A9785-998B-80F2-5123-99C63BD05A01}"/>
          </ac:picMkLst>
        </pc:picChg>
        <pc:picChg chg="del">
          <ac:chgData name="Florian Kammerer" userId="5ff2d86e730dd890" providerId="LiveId" clId="{92D1E11A-09F4-4020-8921-0F0E87A1B2D5}" dt="2026-01-15T21:27:11.135" v="19" actId="478"/>
          <ac:picMkLst>
            <pc:docMk/>
            <pc:sldMk cId="1756435960" sldId="269"/>
            <ac:picMk id="16" creationId="{E3464E14-F69D-55FE-A47D-4858E6CF3782}"/>
          </ac:picMkLst>
        </pc:picChg>
        <pc:picChg chg="mod">
          <ac:chgData name="Florian Kammerer" userId="5ff2d86e730dd890" providerId="LiveId" clId="{92D1E11A-09F4-4020-8921-0F0E87A1B2D5}" dt="2026-01-15T21:43:07.707" v="129" actId="1076"/>
          <ac:picMkLst>
            <pc:docMk/>
            <pc:sldMk cId="1756435960" sldId="269"/>
            <ac:picMk id="22" creationId="{59F065EE-21C0-594D-2CC8-50A79F5AEEE1}"/>
          </ac:picMkLst>
        </pc:picChg>
        <pc:picChg chg="mod">
          <ac:chgData name="Florian Kammerer" userId="5ff2d86e730dd890" providerId="LiveId" clId="{92D1E11A-09F4-4020-8921-0F0E87A1B2D5}" dt="2026-01-15T21:43:07.707" v="129" actId="1076"/>
          <ac:picMkLst>
            <pc:docMk/>
            <pc:sldMk cId="1756435960" sldId="269"/>
            <ac:picMk id="24" creationId="{C0296415-753F-9440-BBEF-B9DA74F5B23E}"/>
          </ac:picMkLst>
        </pc:picChg>
        <pc:picChg chg="mod">
          <ac:chgData name="Florian Kammerer" userId="5ff2d86e730dd890" providerId="LiveId" clId="{92D1E11A-09F4-4020-8921-0F0E87A1B2D5}" dt="2026-01-15T21:31:45.225" v="76" actId="1076"/>
          <ac:picMkLst>
            <pc:docMk/>
            <pc:sldMk cId="1756435960" sldId="269"/>
            <ac:picMk id="27" creationId="{0038BA4A-CF30-8CB1-0C48-355FEE99B96B}"/>
          </ac:picMkLst>
        </pc:picChg>
        <pc:picChg chg="mod">
          <ac:chgData name="Florian Kammerer" userId="5ff2d86e730dd890" providerId="LiveId" clId="{92D1E11A-09F4-4020-8921-0F0E87A1B2D5}" dt="2026-01-15T21:31:19.078" v="69" actId="1076"/>
          <ac:picMkLst>
            <pc:docMk/>
            <pc:sldMk cId="1756435960" sldId="269"/>
            <ac:picMk id="38" creationId="{A7439E75-F7EF-967F-C6B5-F01640242B47}"/>
          </ac:picMkLst>
        </pc:picChg>
        <pc:picChg chg="mod">
          <ac:chgData name="Florian Kammerer" userId="5ff2d86e730dd890" providerId="LiveId" clId="{92D1E11A-09F4-4020-8921-0F0E87A1B2D5}" dt="2026-01-15T21:47:34.615" v="140" actId="1076"/>
          <ac:picMkLst>
            <pc:docMk/>
            <pc:sldMk cId="1756435960" sldId="269"/>
            <ac:picMk id="39" creationId="{3AAFCDB8-E95B-C18A-EB06-D173E845EEBA}"/>
          </ac:picMkLst>
        </pc:picChg>
        <pc:picChg chg="add mod">
          <ac:chgData name="Florian Kammerer" userId="5ff2d86e730dd890" providerId="LiveId" clId="{92D1E11A-09F4-4020-8921-0F0E87A1B2D5}" dt="2026-01-15T21:32:18.299" v="87" actId="14100"/>
          <ac:picMkLst>
            <pc:docMk/>
            <pc:sldMk cId="1756435960" sldId="269"/>
            <ac:picMk id="55" creationId="{AEC9CE8F-4B85-D8F3-F36E-DA74E31C73CF}"/>
          </ac:picMkLst>
        </pc:picChg>
        <pc:picChg chg="add mod">
          <ac:chgData name="Florian Kammerer" userId="5ff2d86e730dd890" providerId="LiveId" clId="{92D1E11A-09F4-4020-8921-0F0E87A1B2D5}" dt="2026-01-15T21:32:22.949" v="89" actId="14100"/>
          <ac:picMkLst>
            <pc:docMk/>
            <pc:sldMk cId="1756435960" sldId="269"/>
            <ac:picMk id="59" creationId="{A476CFA5-F45C-E613-B6A3-D12609E14AA6}"/>
          </ac:picMkLst>
        </pc:picChg>
        <pc:picChg chg="mod">
          <ac:chgData name="Florian Kammerer" userId="5ff2d86e730dd890" providerId="LiveId" clId="{92D1E11A-09F4-4020-8921-0F0E87A1B2D5}" dt="2026-01-15T21:33:40.520" v="104" actId="1076"/>
          <ac:picMkLst>
            <pc:docMk/>
            <pc:sldMk cId="1756435960" sldId="269"/>
            <ac:picMk id="64" creationId="{E7519D75-6AC6-09B1-8DC5-70F3C294C4C2}"/>
          </ac:picMkLst>
        </pc:picChg>
        <pc:picChg chg="mod">
          <ac:chgData name="Florian Kammerer" userId="5ff2d86e730dd890" providerId="LiveId" clId="{92D1E11A-09F4-4020-8921-0F0E87A1B2D5}" dt="2026-01-15T21:33:22.277" v="100" actId="1076"/>
          <ac:picMkLst>
            <pc:docMk/>
            <pc:sldMk cId="1756435960" sldId="269"/>
            <ac:picMk id="76" creationId="{487A2360-FBC0-3A31-D8C2-6E82552064BA}"/>
          </ac:picMkLst>
        </pc:picChg>
        <pc:picChg chg="mod">
          <ac:chgData name="Florian Kammerer" userId="5ff2d86e730dd890" providerId="LiveId" clId="{92D1E11A-09F4-4020-8921-0F0E87A1B2D5}" dt="2026-01-15T21:30:09.548" v="49" actId="1076"/>
          <ac:picMkLst>
            <pc:docMk/>
            <pc:sldMk cId="1756435960" sldId="269"/>
            <ac:picMk id="86" creationId="{3F0014BE-1104-084C-A3FA-4FA8D5C847B2}"/>
          </ac:picMkLst>
        </pc:picChg>
        <pc:picChg chg="mod">
          <ac:chgData name="Florian Kammerer" userId="5ff2d86e730dd890" providerId="LiveId" clId="{92D1E11A-09F4-4020-8921-0F0E87A1B2D5}" dt="2026-01-15T21:33:11.053" v="97" actId="1076"/>
          <ac:picMkLst>
            <pc:docMk/>
            <pc:sldMk cId="1756435960" sldId="269"/>
            <ac:picMk id="103" creationId="{78E314CD-CAA2-66AF-9381-040790E0C5C0}"/>
          </ac:picMkLst>
        </pc:picChg>
      </pc:sldChg>
      <pc:sldMasterChg chg="modSp modSldLayout">
        <pc:chgData name="Florian Kammerer" userId="5ff2d86e730dd890" providerId="LiveId" clId="{92D1E11A-09F4-4020-8921-0F0E87A1B2D5}" dt="2026-01-15T21:45:09.360" v="131"/>
        <pc:sldMasterMkLst>
          <pc:docMk/>
          <pc:sldMasterMk cId="891864571" sldId="2147483679"/>
        </pc:sldMasterMkLst>
        <pc:spChg chg="mod">
          <ac:chgData name="Florian Kammerer" userId="5ff2d86e730dd890" providerId="LiveId" clId="{92D1E11A-09F4-4020-8921-0F0E87A1B2D5}" dt="2026-01-15T21:45:09.360" v="131"/>
          <ac:spMkLst>
            <pc:docMk/>
            <pc:sldMasterMk cId="891864571" sldId="2147483679"/>
            <ac:spMk id="2" creationId="{F4A3D1DD-5B28-D008-5192-2973EAD1575F}"/>
          </ac:spMkLst>
        </pc:spChg>
        <pc:spChg chg="mod">
          <ac:chgData name="Florian Kammerer" userId="5ff2d86e730dd890" providerId="LiveId" clId="{92D1E11A-09F4-4020-8921-0F0E87A1B2D5}" dt="2026-01-15T21:45:09.360" v="131"/>
          <ac:spMkLst>
            <pc:docMk/>
            <pc:sldMasterMk cId="891864571" sldId="2147483679"/>
            <ac:spMk id="3" creationId="{FFFECEE0-B6E5-C09F-49C3-E25A9A6D6F89}"/>
          </ac:spMkLst>
        </pc:spChg>
        <pc:spChg chg="mod">
          <ac:chgData name="Florian Kammerer" userId="5ff2d86e730dd890" providerId="LiveId" clId="{92D1E11A-09F4-4020-8921-0F0E87A1B2D5}" dt="2026-01-15T21:45:09.360" v="131"/>
          <ac:spMkLst>
            <pc:docMk/>
            <pc:sldMasterMk cId="891864571" sldId="2147483679"/>
            <ac:spMk id="4" creationId="{DBE5AD8C-F887-4D45-E036-B8C2B56BA740}"/>
          </ac:spMkLst>
        </pc:spChg>
        <pc:spChg chg="mod">
          <ac:chgData name="Florian Kammerer" userId="5ff2d86e730dd890" providerId="LiveId" clId="{92D1E11A-09F4-4020-8921-0F0E87A1B2D5}" dt="2026-01-15T21:45:09.360" v="131"/>
          <ac:spMkLst>
            <pc:docMk/>
            <pc:sldMasterMk cId="891864571" sldId="2147483679"/>
            <ac:spMk id="5" creationId="{3A39BFD2-78FA-2B59-7E80-569B16D1AF29}"/>
          </ac:spMkLst>
        </pc:spChg>
        <pc:spChg chg="mod">
          <ac:chgData name="Florian Kammerer" userId="5ff2d86e730dd890" providerId="LiveId" clId="{92D1E11A-09F4-4020-8921-0F0E87A1B2D5}" dt="2026-01-15T21:45:09.360" v="131"/>
          <ac:spMkLst>
            <pc:docMk/>
            <pc:sldMasterMk cId="891864571" sldId="2147483679"/>
            <ac:spMk id="6" creationId="{8B60D866-1A16-E7C6-7276-52F2BA8852D4}"/>
          </ac:spMkLst>
        </pc:spChg>
        <pc:sldLayoutChg chg="modSp">
          <pc:chgData name="Florian Kammerer" userId="5ff2d86e730dd890" providerId="LiveId" clId="{92D1E11A-09F4-4020-8921-0F0E87A1B2D5}" dt="2026-01-15T21:45:09.360" v="131"/>
          <pc:sldLayoutMkLst>
            <pc:docMk/>
            <pc:sldMasterMk cId="891864571" sldId="2147483679"/>
            <pc:sldLayoutMk cId="1761033115" sldId="2147483680"/>
          </pc:sldLayoutMkLst>
          <pc:spChg chg="mod">
            <ac:chgData name="Florian Kammerer" userId="5ff2d86e730dd890" providerId="LiveId" clId="{92D1E11A-09F4-4020-8921-0F0E87A1B2D5}" dt="2026-01-15T21:45:09.360" v="131"/>
            <ac:spMkLst>
              <pc:docMk/>
              <pc:sldMasterMk cId="891864571" sldId="2147483679"/>
              <pc:sldLayoutMk cId="1761033115" sldId="2147483680"/>
              <ac:spMk id="2" creationId="{5853E0F9-63E0-6C2C-A075-A897325B5DBF}"/>
            </ac:spMkLst>
          </pc:spChg>
          <pc:spChg chg="mod">
            <ac:chgData name="Florian Kammerer" userId="5ff2d86e730dd890" providerId="LiveId" clId="{92D1E11A-09F4-4020-8921-0F0E87A1B2D5}" dt="2026-01-15T21:45:09.360" v="131"/>
            <ac:spMkLst>
              <pc:docMk/>
              <pc:sldMasterMk cId="891864571" sldId="2147483679"/>
              <pc:sldLayoutMk cId="1761033115" sldId="2147483680"/>
              <ac:spMk id="3" creationId="{90098528-9BC6-2C65-5243-ED56612E3FC1}"/>
            </ac:spMkLst>
          </pc:spChg>
        </pc:sldLayoutChg>
        <pc:sldLayoutChg chg="modSp">
          <pc:chgData name="Florian Kammerer" userId="5ff2d86e730dd890" providerId="LiveId" clId="{92D1E11A-09F4-4020-8921-0F0E87A1B2D5}" dt="2026-01-15T21:45:09.360" v="131"/>
          <pc:sldLayoutMkLst>
            <pc:docMk/>
            <pc:sldMasterMk cId="891864571" sldId="2147483679"/>
            <pc:sldLayoutMk cId="4200345052" sldId="2147483682"/>
          </pc:sldLayoutMkLst>
          <pc:spChg chg="mod">
            <ac:chgData name="Florian Kammerer" userId="5ff2d86e730dd890" providerId="LiveId" clId="{92D1E11A-09F4-4020-8921-0F0E87A1B2D5}" dt="2026-01-15T21:45:09.360" v="131"/>
            <ac:spMkLst>
              <pc:docMk/>
              <pc:sldMasterMk cId="891864571" sldId="2147483679"/>
              <pc:sldLayoutMk cId="4200345052" sldId="2147483682"/>
              <ac:spMk id="2" creationId="{10469731-576D-39FB-83DD-876346A6826A}"/>
            </ac:spMkLst>
          </pc:spChg>
          <pc:spChg chg="mod">
            <ac:chgData name="Florian Kammerer" userId="5ff2d86e730dd890" providerId="LiveId" clId="{92D1E11A-09F4-4020-8921-0F0E87A1B2D5}" dt="2026-01-15T21:45:09.360" v="131"/>
            <ac:spMkLst>
              <pc:docMk/>
              <pc:sldMasterMk cId="891864571" sldId="2147483679"/>
              <pc:sldLayoutMk cId="4200345052" sldId="2147483682"/>
              <ac:spMk id="3" creationId="{796A6C81-C349-8CE4-3E3A-389C1D2B02AB}"/>
            </ac:spMkLst>
          </pc:spChg>
        </pc:sldLayoutChg>
        <pc:sldLayoutChg chg="modSp">
          <pc:chgData name="Florian Kammerer" userId="5ff2d86e730dd890" providerId="LiveId" clId="{92D1E11A-09F4-4020-8921-0F0E87A1B2D5}" dt="2026-01-15T21:45:09.360" v="131"/>
          <pc:sldLayoutMkLst>
            <pc:docMk/>
            <pc:sldMasterMk cId="891864571" sldId="2147483679"/>
            <pc:sldLayoutMk cId="3947723892" sldId="2147483683"/>
          </pc:sldLayoutMkLst>
          <pc:spChg chg="mod">
            <ac:chgData name="Florian Kammerer" userId="5ff2d86e730dd890" providerId="LiveId" clId="{92D1E11A-09F4-4020-8921-0F0E87A1B2D5}" dt="2026-01-15T21:45:09.360" v="131"/>
            <ac:spMkLst>
              <pc:docMk/>
              <pc:sldMasterMk cId="891864571" sldId="2147483679"/>
              <pc:sldLayoutMk cId="3947723892" sldId="2147483683"/>
              <ac:spMk id="3" creationId="{F3232C02-5300-4108-6CD1-47071F49D8A8}"/>
            </ac:spMkLst>
          </pc:spChg>
          <pc:spChg chg="mod">
            <ac:chgData name="Florian Kammerer" userId="5ff2d86e730dd890" providerId="LiveId" clId="{92D1E11A-09F4-4020-8921-0F0E87A1B2D5}" dt="2026-01-15T21:45:09.360" v="131"/>
            <ac:spMkLst>
              <pc:docMk/>
              <pc:sldMasterMk cId="891864571" sldId="2147483679"/>
              <pc:sldLayoutMk cId="3947723892" sldId="2147483683"/>
              <ac:spMk id="4" creationId="{838F8BAC-A138-A328-3658-AE2C697AEB16}"/>
            </ac:spMkLst>
          </pc:spChg>
        </pc:sldLayoutChg>
        <pc:sldLayoutChg chg="modSp">
          <pc:chgData name="Florian Kammerer" userId="5ff2d86e730dd890" providerId="LiveId" clId="{92D1E11A-09F4-4020-8921-0F0E87A1B2D5}" dt="2026-01-15T21:45:09.360" v="131"/>
          <pc:sldLayoutMkLst>
            <pc:docMk/>
            <pc:sldMasterMk cId="891864571" sldId="2147483679"/>
            <pc:sldLayoutMk cId="1337934961" sldId="2147483684"/>
          </pc:sldLayoutMkLst>
          <pc:spChg chg="mod">
            <ac:chgData name="Florian Kammerer" userId="5ff2d86e730dd890" providerId="LiveId" clId="{92D1E11A-09F4-4020-8921-0F0E87A1B2D5}" dt="2026-01-15T21:45:09.360" v="131"/>
            <ac:spMkLst>
              <pc:docMk/>
              <pc:sldMasterMk cId="891864571" sldId="2147483679"/>
              <pc:sldLayoutMk cId="1337934961" sldId="2147483684"/>
              <ac:spMk id="2" creationId="{C45AFEA3-7C2C-7038-1191-B9A269925861}"/>
            </ac:spMkLst>
          </pc:spChg>
          <pc:spChg chg="mod">
            <ac:chgData name="Florian Kammerer" userId="5ff2d86e730dd890" providerId="LiveId" clId="{92D1E11A-09F4-4020-8921-0F0E87A1B2D5}" dt="2026-01-15T21:45:09.360" v="131"/>
            <ac:spMkLst>
              <pc:docMk/>
              <pc:sldMasterMk cId="891864571" sldId="2147483679"/>
              <pc:sldLayoutMk cId="1337934961" sldId="2147483684"/>
              <ac:spMk id="3" creationId="{D80E6B93-20C7-F4D5-CB16-1DD31D2F58AD}"/>
            </ac:spMkLst>
          </pc:spChg>
          <pc:spChg chg="mod">
            <ac:chgData name="Florian Kammerer" userId="5ff2d86e730dd890" providerId="LiveId" clId="{92D1E11A-09F4-4020-8921-0F0E87A1B2D5}" dt="2026-01-15T21:45:09.360" v="131"/>
            <ac:spMkLst>
              <pc:docMk/>
              <pc:sldMasterMk cId="891864571" sldId="2147483679"/>
              <pc:sldLayoutMk cId="1337934961" sldId="2147483684"/>
              <ac:spMk id="4" creationId="{C636245B-2D3E-D394-DD6D-CA2D5DACFDDB}"/>
            </ac:spMkLst>
          </pc:spChg>
          <pc:spChg chg="mod">
            <ac:chgData name="Florian Kammerer" userId="5ff2d86e730dd890" providerId="LiveId" clId="{92D1E11A-09F4-4020-8921-0F0E87A1B2D5}" dt="2026-01-15T21:45:09.360" v="131"/>
            <ac:spMkLst>
              <pc:docMk/>
              <pc:sldMasterMk cId="891864571" sldId="2147483679"/>
              <pc:sldLayoutMk cId="1337934961" sldId="2147483684"/>
              <ac:spMk id="5" creationId="{0D2B3856-D16C-1835-13B3-8FCA3DF811C0}"/>
            </ac:spMkLst>
          </pc:spChg>
          <pc:spChg chg="mod">
            <ac:chgData name="Florian Kammerer" userId="5ff2d86e730dd890" providerId="LiveId" clId="{92D1E11A-09F4-4020-8921-0F0E87A1B2D5}" dt="2026-01-15T21:45:09.360" v="131"/>
            <ac:spMkLst>
              <pc:docMk/>
              <pc:sldMasterMk cId="891864571" sldId="2147483679"/>
              <pc:sldLayoutMk cId="1337934961" sldId="2147483684"/>
              <ac:spMk id="6" creationId="{19F00387-7D66-E73D-1BA5-BC8A874E34F6}"/>
            </ac:spMkLst>
          </pc:spChg>
        </pc:sldLayoutChg>
        <pc:sldLayoutChg chg="modSp">
          <pc:chgData name="Florian Kammerer" userId="5ff2d86e730dd890" providerId="LiveId" clId="{92D1E11A-09F4-4020-8921-0F0E87A1B2D5}" dt="2026-01-15T21:45:09.360" v="131"/>
          <pc:sldLayoutMkLst>
            <pc:docMk/>
            <pc:sldMasterMk cId="891864571" sldId="2147483679"/>
            <pc:sldLayoutMk cId="22010916" sldId="2147483687"/>
          </pc:sldLayoutMkLst>
          <pc:spChg chg="mod">
            <ac:chgData name="Florian Kammerer" userId="5ff2d86e730dd890" providerId="LiveId" clId="{92D1E11A-09F4-4020-8921-0F0E87A1B2D5}" dt="2026-01-15T21:45:09.360" v="131"/>
            <ac:spMkLst>
              <pc:docMk/>
              <pc:sldMasterMk cId="891864571" sldId="2147483679"/>
              <pc:sldLayoutMk cId="22010916" sldId="2147483687"/>
              <ac:spMk id="2" creationId="{214C4D5D-DEAD-5069-7CC4-CD4F5748246C}"/>
            </ac:spMkLst>
          </pc:spChg>
          <pc:spChg chg="mod">
            <ac:chgData name="Florian Kammerer" userId="5ff2d86e730dd890" providerId="LiveId" clId="{92D1E11A-09F4-4020-8921-0F0E87A1B2D5}" dt="2026-01-15T21:45:09.360" v="131"/>
            <ac:spMkLst>
              <pc:docMk/>
              <pc:sldMasterMk cId="891864571" sldId="2147483679"/>
              <pc:sldLayoutMk cId="22010916" sldId="2147483687"/>
              <ac:spMk id="3" creationId="{01535097-0FE7-5974-3B3C-840DBE1DE8B8}"/>
            </ac:spMkLst>
          </pc:spChg>
          <pc:spChg chg="mod">
            <ac:chgData name="Florian Kammerer" userId="5ff2d86e730dd890" providerId="LiveId" clId="{92D1E11A-09F4-4020-8921-0F0E87A1B2D5}" dt="2026-01-15T21:45:09.360" v="131"/>
            <ac:spMkLst>
              <pc:docMk/>
              <pc:sldMasterMk cId="891864571" sldId="2147483679"/>
              <pc:sldLayoutMk cId="22010916" sldId="2147483687"/>
              <ac:spMk id="4" creationId="{3849F024-22BE-0EA7-15C3-5EA6B247870B}"/>
            </ac:spMkLst>
          </pc:spChg>
        </pc:sldLayoutChg>
        <pc:sldLayoutChg chg="modSp">
          <pc:chgData name="Florian Kammerer" userId="5ff2d86e730dd890" providerId="LiveId" clId="{92D1E11A-09F4-4020-8921-0F0E87A1B2D5}" dt="2026-01-15T21:45:09.360" v="131"/>
          <pc:sldLayoutMkLst>
            <pc:docMk/>
            <pc:sldMasterMk cId="891864571" sldId="2147483679"/>
            <pc:sldLayoutMk cId="2220099252" sldId="2147483688"/>
          </pc:sldLayoutMkLst>
          <pc:spChg chg="mod">
            <ac:chgData name="Florian Kammerer" userId="5ff2d86e730dd890" providerId="LiveId" clId="{92D1E11A-09F4-4020-8921-0F0E87A1B2D5}" dt="2026-01-15T21:45:09.360" v="131"/>
            <ac:spMkLst>
              <pc:docMk/>
              <pc:sldMasterMk cId="891864571" sldId="2147483679"/>
              <pc:sldLayoutMk cId="2220099252" sldId="2147483688"/>
              <ac:spMk id="2" creationId="{F5720DDA-B0AC-86F4-3C28-02112CA5019E}"/>
            </ac:spMkLst>
          </pc:spChg>
          <pc:spChg chg="mod">
            <ac:chgData name="Florian Kammerer" userId="5ff2d86e730dd890" providerId="LiveId" clId="{92D1E11A-09F4-4020-8921-0F0E87A1B2D5}" dt="2026-01-15T21:45:09.360" v="131"/>
            <ac:spMkLst>
              <pc:docMk/>
              <pc:sldMasterMk cId="891864571" sldId="2147483679"/>
              <pc:sldLayoutMk cId="2220099252" sldId="2147483688"/>
              <ac:spMk id="3" creationId="{6E10C04E-9582-7DAF-F5AC-A44F736BDE3D}"/>
            </ac:spMkLst>
          </pc:spChg>
          <pc:spChg chg="mod">
            <ac:chgData name="Florian Kammerer" userId="5ff2d86e730dd890" providerId="LiveId" clId="{92D1E11A-09F4-4020-8921-0F0E87A1B2D5}" dt="2026-01-15T21:45:09.360" v="131"/>
            <ac:spMkLst>
              <pc:docMk/>
              <pc:sldMasterMk cId="891864571" sldId="2147483679"/>
              <pc:sldLayoutMk cId="2220099252" sldId="2147483688"/>
              <ac:spMk id="4" creationId="{1A16FA72-6D18-9343-CF07-C73EE0145F1B}"/>
            </ac:spMkLst>
          </pc:spChg>
        </pc:sldLayoutChg>
        <pc:sldLayoutChg chg="modSp">
          <pc:chgData name="Florian Kammerer" userId="5ff2d86e730dd890" providerId="LiveId" clId="{92D1E11A-09F4-4020-8921-0F0E87A1B2D5}" dt="2026-01-15T21:45:09.360" v="131"/>
          <pc:sldLayoutMkLst>
            <pc:docMk/>
            <pc:sldMasterMk cId="891864571" sldId="2147483679"/>
            <pc:sldLayoutMk cId="933978945" sldId="2147483690"/>
          </pc:sldLayoutMkLst>
          <pc:spChg chg="mod">
            <ac:chgData name="Florian Kammerer" userId="5ff2d86e730dd890" providerId="LiveId" clId="{92D1E11A-09F4-4020-8921-0F0E87A1B2D5}" dt="2026-01-15T21:45:09.360" v="131"/>
            <ac:spMkLst>
              <pc:docMk/>
              <pc:sldMasterMk cId="891864571" sldId="2147483679"/>
              <pc:sldLayoutMk cId="933978945" sldId="2147483690"/>
              <ac:spMk id="2" creationId="{BFEE86CE-9739-E79D-2D39-129B2920D405}"/>
            </ac:spMkLst>
          </pc:spChg>
          <pc:spChg chg="mod">
            <ac:chgData name="Florian Kammerer" userId="5ff2d86e730dd890" providerId="LiveId" clId="{92D1E11A-09F4-4020-8921-0F0E87A1B2D5}" dt="2026-01-15T21:45:09.360" v="131"/>
            <ac:spMkLst>
              <pc:docMk/>
              <pc:sldMasterMk cId="891864571" sldId="2147483679"/>
              <pc:sldLayoutMk cId="933978945" sldId="2147483690"/>
              <ac:spMk id="3" creationId="{93BD6A03-4239-DB89-B8CD-97A2F3768155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8" y="6"/>
            <a:ext cx="27538680" cy="1867060"/>
          </a:xfrm>
          <a:prstGeom prst="rect">
            <a:avLst/>
          </a:prstGeom>
        </p:spPr>
        <p:txBody>
          <a:bodyPr vert="horz" lIns="505833" tIns="252920" rIns="505833" bIns="252920" rtlCol="0"/>
          <a:lstStyle>
            <a:lvl1pPr algn="l">
              <a:defRPr sz="69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5997434" y="6"/>
            <a:ext cx="27538680" cy="1867060"/>
          </a:xfrm>
          <a:prstGeom prst="rect">
            <a:avLst/>
          </a:prstGeom>
        </p:spPr>
        <p:txBody>
          <a:bodyPr vert="horz" lIns="505833" tIns="252920" rIns="505833" bIns="252920" rtlCol="0"/>
          <a:lstStyle>
            <a:lvl1pPr algn="r">
              <a:defRPr sz="6900"/>
            </a:lvl1pPr>
          </a:lstStyle>
          <a:p>
            <a:fld id="{C7CAD782-B485-49B5-A3BD-4E6E393EC598}" type="datetimeFigureOut">
              <a:rPr lang="de-DE" smtClean="0"/>
              <a:pPr/>
              <a:t>15.01.2026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18" y="35467638"/>
            <a:ext cx="27538680" cy="1867060"/>
          </a:xfrm>
          <a:prstGeom prst="rect">
            <a:avLst/>
          </a:prstGeom>
        </p:spPr>
        <p:txBody>
          <a:bodyPr vert="horz" lIns="505833" tIns="252920" rIns="505833" bIns="252920" rtlCol="0" anchor="b"/>
          <a:lstStyle>
            <a:lvl1pPr algn="l">
              <a:defRPr sz="69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5997434" y="35467638"/>
            <a:ext cx="27538680" cy="1867060"/>
          </a:xfrm>
          <a:prstGeom prst="rect">
            <a:avLst/>
          </a:prstGeom>
        </p:spPr>
        <p:txBody>
          <a:bodyPr vert="horz" lIns="505833" tIns="252920" rIns="505833" bIns="252920" rtlCol="0" anchor="b"/>
          <a:lstStyle>
            <a:lvl1pPr algn="r">
              <a:defRPr sz="6900"/>
            </a:lvl1pPr>
          </a:lstStyle>
          <a:p>
            <a:fld id="{5603FE17-E0DE-4727-8D0D-916DAE0CA91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9821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8" y="6"/>
            <a:ext cx="27538680" cy="1867060"/>
          </a:xfrm>
          <a:prstGeom prst="rect">
            <a:avLst/>
          </a:prstGeom>
        </p:spPr>
        <p:txBody>
          <a:bodyPr vert="horz" lIns="505833" tIns="252920" rIns="505833" bIns="252920" rtlCol="0"/>
          <a:lstStyle>
            <a:lvl1pPr algn="l">
              <a:defRPr sz="69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5997434" y="6"/>
            <a:ext cx="27538680" cy="1867060"/>
          </a:xfrm>
          <a:prstGeom prst="rect">
            <a:avLst/>
          </a:prstGeom>
        </p:spPr>
        <p:txBody>
          <a:bodyPr vert="horz" lIns="505833" tIns="252920" rIns="505833" bIns="252920" rtlCol="0"/>
          <a:lstStyle>
            <a:lvl1pPr algn="r">
              <a:defRPr sz="6900"/>
            </a:lvl1pPr>
          </a:lstStyle>
          <a:p>
            <a:fld id="{8979F83A-785F-4360-A784-5014DB85EF80}" type="datetimeFigureOut">
              <a:rPr lang="de-DE" smtClean="0"/>
              <a:pPr/>
              <a:t>15.01.2026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1878925" y="2803525"/>
            <a:ext cx="19792950" cy="1399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505833" tIns="252920" rIns="505833" bIns="2529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355086" y="17737062"/>
            <a:ext cx="50840637" cy="16803530"/>
          </a:xfrm>
          <a:prstGeom prst="rect">
            <a:avLst/>
          </a:prstGeom>
        </p:spPr>
        <p:txBody>
          <a:bodyPr vert="horz" lIns="505833" tIns="252920" rIns="505833" bIns="2529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8" y="35467638"/>
            <a:ext cx="27538680" cy="1867060"/>
          </a:xfrm>
          <a:prstGeom prst="rect">
            <a:avLst/>
          </a:prstGeom>
        </p:spPr>
        <p:txBody>
          <a:bodyPr vert="horz" lIns="505833" tIns="252920" rIns="505833" bIns="252920" rtlCol="0" anchor="b"/>
          <a:lstStyle>
            <a:lvl1pPr algn="l">
              <a:defRPr sz="69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5997434" y="35467638"/>
            <a:ext cx="27538680" cy="1867060"/>
          </a:xfrm>
          <a:prstGeom prst="rect">
            <a:avLst/>
          </a:prstGeom>
        </p:spPr>
        <p:txBody>
          <a:bodyPr vert="horz" lIns="505833" tIns="252920" rIns="505833" bIns="252920" rtlCol="0" anchor="b"/>
          <a:lstStyle>
            <a:lvl1pPr algn="r">
              <a:defRPr sz="6900"/>
            </a:lvl1pPr>
          </a:lstStyle>
          <a:p>
            <a:fld id="{0800A50D-30E1-41BB-BFC2-D3D818AB8EF9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4748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94134" rtl="0" eaLnBrk="1" latinLnBrk="0" hangingPunct="1">
      <a:defRPr sz="4734" kern="1200">
        <a:solidFill>
          <a:schemeClr val="tx1"/>
        </a:solidFill>
        <a:latin typeface="+mn-lt"/>
        <a:ea typeface="+mn-ea"/>
        <a:cs typeface="+mn-cs"/>
      </a:defRPr>
    </a:lvl1pPr>
    <a:lvl2pPr marL="1797063" algn="l" defTabSz="3594134" rtl="0" eaLnBrk="1" latinLnBrk="0" hangingPunct="1">
      <a:defRPr sz="4734" kern="1200">
        <a:solidFill>
          <a:schemeClr val="tx1"/>
        </a:solidFill>
        <a:latin typeface="+mn-lt"/>
        <a:ea typeface="+mn-ea"/>
        <a:cs typeface="+mn-cs"/>
      </a:defRPr>
    </a:lvl2pPr>
    <a:lvl3pPr marL="3594134" algn="l" defTabSz="3594134" rtl="0" eaLnBrk="1" latinLnBrk="0" hangingPunct="1">
      <a:defRPr sz="4734" kern="1200">
        <a:solidFill>
          <a:schemeClr val="tx1"/>
        </a:solidFill>
        <a:latin typeface="+mn-lt"/>
        <a:ea typeface="+mn-ea"/>
        <a:cs typeface="+mn-cs"/>
      </a:defRPr>
    </a:lvl3pPr>
    <a:lvl4pPr marL="5391193" algn="l" defTabSz="3594134" rtl="0" eaLnBrk="1" latinLnBrk="0" hangingPunct="1">
      <a:defRPr sz="4734" kern="1200">
        <a:solidFill>
          <a:schemeClr val="tx1"/>
        </a:solidFill>
        <a:latin typeface="+mn-lt"/>
        <a:ea typeface="+mn-ea"/>
        <a:cs typeface="+mn-cs"/>
      </a:defRPr>
    </a:lvl4pPr>
    <a:lvl5pPr marL="7188264" algn="l" defTabSz="3594134" rtl="0" eaLnBrk="1" latinLnBrk="0" hangingPunct="1">
      <a:defRPr sz="4734" kern="1200">
        <a:solidFill>
          <a:schemeClr val="tx1"/>
        </a:solidFill>
        <a:latin typeface="+mn-lt"/>
        <a:ea typeface="+mn-ea"/>
        <a:cs typeface="+mn-cs"/>
      </a:defRPr>
    </a:lvl5pPr>
    <a:lvl6pPr marL="8985331" algn="l" defTabSz="3594134" rtl="0" eaLnBrk="1" latinLnBrk="0" hangingPunct="1">
      <a:defRPr sz="4734" kern="1200">
        <a:solidFill>
          <a:schemeClr val="tx1"/>
        </a:solidFill>
        <a:latin typeface="+mn-lt"/>
        <a:ea typeface="+mn-ea"/>
        <a:cs typeface="+mn-cs"/>
      </a:defRPr>
    </a:lvl6pPr>
    <a:lvl7pPr marL="10782394" algn="l" defTabSz="3594134" rtl="0" eaLnBrk="1" latinLnBrk="0" hangingPunct="1">
      <a:defRPr sz="4734" kern="1200">
        <a:solidFill>
          <a:schemeClr val="tx1"/>
        </a:solidFill>
        <a:latin typeface="+mn-lt"/>
        <a:ea typeface="+mn-ea"/>
        <a:cs typeface="+mn-cs"/>
      </a:defRPr>
    </a:lvl7pPr>
    <a:lvl8pPr marL="12579461" algn="l" defTabSz="3594134" rtl="0" eaLnBrk="1" latinLnBrk="0" hangingPunct="1">
      <a:defRPr sz="4734" kern="1200">
        <a:solidFill>
          <a:schemeClr val="tx1"/>
        </a:solidFill>
        <a:latin typeface="+mn-lt"/>
        <a:ea typeface="+mn-ea"/>
        <a:cs typeface="+mn-cs"/>
      </a:defRPr>
    </a:lvl8pPr>
    <a:lvl9pPr marL="14376524" algn="l" defTabSz="3594134" rtl="0" eaLnBrk="1" latinLnBrk="0" hangingPunct="1">
      <a:defRPr sz="47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1878925" y="2803525"/>
            <a:ext cx="19792950" cy="139985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23103437">
              <a:defRPr/>
            </a:pPr>
            <a:endParaRPr lang="en-US" dirty="0"/>
          </a:p>
          <a:p>
            <a:pPr defTabSz="23103437">
              <a:defRPr/>
            </a:pPr>
            <a:endParaRPr lang="en-US" dirty="0"/>
          </a:p>
          <a:p>
            <a:pPr defTabSz="23103437">
              <a:defRPr/>
            </a:pPr>
            <a:r>
              <a:rPr lang="en-US" dirty="0"/>
              <a:t>why important to be able to predict and understand mode choice?</a:t>
            </a:r>
          </a:p>
          <a:p>
            <a:pPr defTabSz="23103437">
              <a:defRPr/>
            </a:pPr>
            <a:r>
              <a:rPr lang="en-US" dirty="0"/>
              <a:t>- for planning demand &amp; supply (infrastructure, service)</a:t>
            </a:r>
          </a:p>
          <a:p>
            <a:pPr defTabSz="23103437">
              <a:defRPr/>
            </a:pPr>
            <a:endParaRPr lang="en-US" dirty="0"/>
          </a:p>
          <a:p>
            <a:pPr defTabSz="23103437">
              <a:defRPr/>
            </a:pPr>
            <a:r>
              <a:rPr lang="en-US" dirty="0"/>
              <a:t>not been done for this kind of data, and lack of in depth interpretability analyses of ML methods in this field</a:t>
            </a:r>
          </a:p>
          <a:p>
            <a:pPr defTabSz="23103437">
              <a:defRPr/>
            </a:pPr>
            <a:endParaRPr lang="en-US" dirty="0"/>
          </a:p>
          <a:p>
            <a:pPr defTabSz="23103437">
              <a:defRPr/>
            </a:pPr>
            <a:r>
              <a:rPr lang="en-US" dirty="0"/>
              <a:t>idea ...</a:t>
            </a:r>
          </a:p>
          <a:p>
            <a:pPr defTabSz="23103437">
              <a:defRPr/>
            </a:pPr>
            <a:endParaRPr lang="en-US" dirty="0"/>
          </a:p>
          <a:p>
            <a:pPr defTabSz="23103437">
              <a:defRPr/>
            </a:pPr>
            <a:r>
              <a:rPr lang="en-US" dirty="0"/>
              <a:t>w.r.t. data --&gt; semi-passive tracking based RP data --&gt; </a:t>
            </a:r>
          </a:p>
          <a:p>
            <a:pPr defTabSz="23103437">
              <a:defRPr/>
            </a:pPr>
            <a:r>
              <a:rPr lang="en-US" dirty="0"/>
              <a:t>1. </a:t>
            </a:r>
            <a:r>
              <a:rPr lang="en-US" dirty="0" err="1"/>
              <a:t>darft</a:t>
            </a:r>
            <a:r>
              <a:rPr lang="en-US" dirty="0"/>
              <a:t> travel diaries generated from data collected by smartphone, </a:t>
            </a:r>
          </a:p>
          <a:p>
            <a:pPr defTabSz="23103437">
              <a:defRPr/>
            </a:pPr>
            <a:r>
              <a:rPr lang="en-US" dirty="0"/>
              <a:t>2. users can then validate/correct these.</a:t>
            </a:r>
          </a:p>
          <a:p>
            <a:pPr defTabSz="23103437">
              <a:defRPr/>
            </a:pPr>
            <a:endParaRPr lang="en-US" dirty="0"/>
          </a:p>
          <a:p>
            <a:pPr defTabSz="23103437">
              <a:defRPr/>
            </a:pPr>
            <a:r>
              <a:rPr lang="en-US" dirty="0"/>
              <a:t>Wide range of inputs considered</a:t>
            </a:r>
          </a:p>
          <a:p>
            <a:pPr defTabSz="23103437">
              <a:defRPr/>
            </a:pPr>
            <a:r>
              <a:rPr lang="en-US" dirty="0"/>
              <a:t>(Collinearity removed)</a:t>
            </a:r>
          </a:p>
          <a:p>
            <a:pPr defTabSz="23103437">
              <a:defRPr/>
            </a:pPr>
            <a:endParaRPr lang="en-US" dirty="0"/>
          </a:p>
          <a:p>
            <a:pPr defTabSz="23103437">
              <a:defRPr/>
            </a:pPr>
            <a:r>
              <a:rPr lang="en-US" dirty="0"/>
              <a:t>XGBoost and RF because consistently best for stated preference data</a:t>
            </a:r>
          </a:p>
          <a:p>
            <a:pPr defTabSz="23103437">
              <a:defRPr/>
            </a:pPr>
            <a:endParaRPr lang="en-US" dirty="0"/>
          </a:p>
          <a:p>
            <a:pPr defTabSz="23103437">
              <a:defRPr/>
            </a:pPr>
            <a:r>
              <a:rPr lang="en-US" dirty="0"/>
              <a:t>For the overall results XGBoost best</a:t>
            </a:r>
          </a:p>
          <a:p>
            <a:pPr defTabSz="23103437">
              <a:defRPr/>
            </a:pPr>
            <a:endParaRPr lang="en-US" dirty="0"/>
          </a:p>
          <a:p>
            <a:pPr defTabSz="23103437">
              <a:defRPr/>
            </a:pPr>
            <a:r>
              <a:rPr lang="en-US" dirty="0"/>
              <a:t>For interpretability analysis </a:t>
            </a:r>
            <a:r>
              <a:rPr lang="en-US" dirty="0" err="1"/>
              <a:t>i</a:t>
            </a:r>
            <a:r>
              <a:rPr lang="en-US" dirty="0"/>
              <a:t> used an </a:t>
            </a:r>
            <a:r>
              <a:rPr lang="en-US" dirty="0" err="1"/>
              <a:t>apporach</a:t>
            </a:r>
            <a:r>
              <a:rPr lang="en-US" dirty="0"/>
              <a:t> called SHAP (by Lundberg and Lee)</a:t>
            </a:r>
          </a:p>
          <a:p>
            <a:pPr defTabSz="23103437">
              <a:defRPr/>
            </a:pPr>
            <a:r>
              <a:rPr lang="en-US" dirty="0"/>
              <a:t>- relative contribution of a feature to the model output</a:t>
            </a:r>
          </a:p>
          <a:p>
            <a:pPr marL="0" lvl="1" defTabSz="4595406">
              <a:lnSpc>
                <a:spcPts val="3573"/>
              </a:lnSpc>
            </a:pPr>
            <a:r>
              <a:rPr lang="en-US" sz="5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The contribution of individual features can be explored at various levels:</a:t>
            </a:r>
          </a:p>
          <a:p>
            <a:pPr marL="0" lvl="1" indent="0" defTabSz="4595406">
              <a:lnSpc>
                <a:spcPts val="3573"/>
              </a:lnSpc>
              <a:buFont typeface="+mj-lt"/>
              <a:buNone/>
            </a:pPr>
            <a:r>
              <a:rPr lang="en-US" sz="5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1. all features for all modes (left)</a:t>
            </a:r>
          </a:p>
          <a:p>
            <a:pPr marL="0" lvl="1" indent="0" defTabSz="4595406">
              <a:lnSpc>
                <a:spcPts val="3573"/>
              </a:lnSpc>
              <a:buFont typeface="+mj-lt"/>
              <a:buNone/>
            </a:pPr>
            <a:r>
              <a:rPr lang="en-US" sz="5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2. all features for one mode (right)  </a:t>
            </a:r>
          </a:p>
          <a:p>
            <a:pPr marL="0" lvl="1" indent="0" defTabSz="4595406">
              <a:lnSpc>
                <a:spcPts val="3573"/>
              </a:lnSpc>
              <a:buFont typeface="+mj-lt"/>
              <a:buNone/>
            </a:pPr>
            <a:r>
              <a:rPr lang="en-US" sz="5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3. one feature for one mode (far right)</a:t>
            </a:r>
          </a:p>
          <a:p>
            <a:pPr marL="0" lvl="1" indent="0" defTabSz="4595406">
              <a:lnSpc>
                <a:spcPts val="3573"/>
              </a:lnSpc>
              <a:buFont typeface="+mj-lt"/>
              <a:buNone/>
            </a:pPr>
            <a:r>
              <a:rPr lang="en-US" sz="5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4. all features for one single prediction</a:t>
            </a:r>
            <a:endParaRPr lang="en-US" dirty="0"/>
          </a:p>
          <a:p>
            <a:pPr defTabSz="23103437">
              <a:defRPr/>
            </a:pPr>
            <a:r>
              <a:rPr lang="en-US" dirty="0"/>
              <a:t>- e.g. length contributes most when considering all modes, but only second most for car, where car ownership is more important</a:t>
            </a:r>
          </a:p>
          <a:p>
            <a:pPr defTabSz="23103437">
              <a:defRPr/>
            </a:pPr>
            <a:r>
              <a:rPr lang="en-US" dirty="0"/>
              <a:t>- for specific mode, e.g., bike --&gt; here the features are sorted by decreasing contribution</a:t>
            </a:r>
          </a:p>
          <a:p>
            <a:pPr defTabSz="23103437">
              <a:defRPr/>
            </a:pPr>
            <a:r>
              <a:rPr lang="en-US" dirty="0"/>
              <a:t>- can also look at the specific SHAP value for a specific feature for a mode --&gt; RHS pic</a:t>
            </a:r>
          </a:p>
          <a:p>
            <a:pPr defTabSz="23103437">
              <a:defRPr/>
            </a:pPr>
            <a:endParaRPr lang="en-US" dirty="0"/>
          </a:p>
          <a:p>
            <a:pPr defTabSz="23103437">
              <a:defRPr/>
            </a:pPr>
            <a:r>
              <a:rPr lang="en-US" dirty="0"/>
              <a:t>Lastly, sensitivity analysis, as all these features are not always readily available in practice</a:t>
            </a:r>
          </a:p>
          <a:p>
            <a:pPr defTabSz="23103437">
              <a:defRPr/>
            </a:pPr>
            <a:r>
              <a:rPr lang="en-US" dirty="0"/>
              <a:t>'How much performance impacted, compared to the previously best result?'</a:t>
            </a:r>
          </a:p>
          <a:p>
            <a:pPr defTabSz="23103437">
              <a:defRPr/>
            </a:pPr>
            <a:r>
              <a:rPr lang="en-US" dirty="0"/>
              <a:t>- weather data not too important</a:t>
            </a:r>
          </a:p>
          <a:p>
            <a:pPr defTabSz="23103437">
              <a:defRPr/>
            </a:pPr>
            <a:r>
              <a:rPr lang="en-US" dirty="0"/>
              <a:t>- in comparison, the lack of user validation has a larger impact</a:t>
            </a:r>
          </a:p>
          <a:p>
            <a:pPr defTabSz="23103437">
              <a:defRPr/>
            </a:pPr>
            <a:endParaRPr lang="en-US" dirty="0"/>
          </a:p>
          <a:p>
            <a:pPr defTabSz="23103437">
              <a:defRPr/>
            </a:pPr>
            <a:r>
              <a:rPr lang="en-US" dirty="0"/>
              <a:t>To conclude, </a:t>
            </a:r>
          </a:p>
          <a:p>
            <a:pPr defTabSz="23103437">
              <a:defRPr/>
            </a:pPr>
            <a:r>
              <a:rPr lang="en-US" dirty="0"/>
              <a:t>- we have seen that these ML models by far outperformed the conventional MNL, </a:t>
            </a:r>
          </a:p>
          <a:p>
            <a:pPr defTabSz="23103437">
              <a:defRPr/>
            </a:pPr>
            <a:r>
              <a:rPr lang="en-US" dirty="0"/>
              <a:t>- and that such models are indeed interpretable, to an extent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0A50D-30E1-41BB-BFC2-D3D818AB8EF9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420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8527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53E0F9-63E0-6C2C-A075-A897325B5D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0471" y="4954765"/>
            <a:ext cx="32102822" cy="10540259"/>
          </a:xfrm>
        </p:spPr>
        <p:txBody>
          <a:bodyPr anchor="b"/>
          <a:lstStyle>
            <a:lvl1pPr algn="ctr">
              <a:defRPr sz="25926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0098528-9BC6-2C65-5243-ED56612E3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0471" y="15901497"/>
            <a:ext cx="32102822" cy="7309499"/>
          </a:xfrm>
        </p:spPr>
        <p:txBody>
          <a:bodyPr/>
          <a:lstStyle>
            <a:lvl1pPr marL="0" indent="0" algn="ctr">
              <a:buNone/>
              <a:defRPr sz="10370"/>
            </a:lvl1pPr>
            <a:lvl2pPr marL="1975561" indent="0" algn="ctr">
              <a:buNone/>
              <a:defRPr sz="8642"/>
            </a:lvl2pPr>
            <a:lvl3pPr marL="3951122" indent="0" algn="ctr">
              <a:buNone/>
              <a:defRPr sz="7778"/>
            </a:lvl3pPr>
            <a:lvl4pPr marL="5926684" indent="0" algn="ctr">
              <a:buNone/>
              <a:defRPr sz="6914"/>
            </a:lvl4pPr>
            <a:lvl5pPr marL="7902245" indent="0" algn="ctr">
              <a:buNone/>
              <a:defRPr sz="6914"/>
            </a:lvl5pPr>
            <a:lvl6pPr marL="9877806" indent="0" algn="ctr">
              <a:buNone/>
              <a:defRPr sz="6914"/>
            </a:lvl6pPr>
            <a:lvl7pPr marL="11853367" indent="0" algn="ctr">
              <a:buNone/>
              <a:defRPr sz="6914"/>
            </a:lvl7pPr>
            <a:lvl8pPr marL="13828928" indent="0" algn="ctr">
              <a:buNone/>
              <a:defRPr sz="6914"/>
            </a:lvl8pPr>
            <a:lvl9pPr marL="15804490" indent="0" algn="ctr">
              <a:buNone/>
              <a:defRPr sz="6914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1AAAE7-9504-37E4-2291-C1BA99E4B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A8A97-5B64-4FCE-B049-2BCA9258D56B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CF8D3B-13B0-4855-E7CD-C49F9A297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DE2F1-3B4E-C2C5-B71D-73D6E2A59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CCB41-AA48-4176-9646-5459EF8B4E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1033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FD6698-CEED-EE75-F59A-6CFC96952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BDB3B0-9008-27E1-818C-C9650C162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405BEC-36AD-6A70-4C51-33ABA913E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A8A97-5B64-4FCE-B049-2BCA9258D56B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FEC307-D9B3-F86B-5A2E-85C795D56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A21BFA-01CF-C673-13CD-9A29C8139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CCB41-AA48-4176-9646-5459EF8B4E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0370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469731-576D-39FB-83DD-876346A68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2186" y="7547788"/>
            <a:ext cx="36918246" cy="12593645"/>
          </a:xfrm>
        </p:spPr>
        <p:txBody>
          <a:bodyPr anchor="b"/>
          <a:lstStyle>
            <a:lvl1pPr>
              <a:defRPr sz="25926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6A6C81-C349-8CE4-3E3A-389C1D2B0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2186" y="20260569"/>
            <a:ext cx="36918246" cy="6622701"/>
          </a:xfrm>
        </p:spPr>
        <p:txBody>
          <a:bodyPr/>
          <a:lstStyle>
            <a:lvl1pPr marL="0" indent="0">
              <a:buNone/>
              <a:defRPr sz="10370">
                <a:solidFill>
                  <a:schemeClr val="tx1">
                    <a:tint val="82000"/>
                  </a:schemeClr>
                </a:solidFill>
              </a:defRPr>
            </a:lvl1pPr>
            <a:lvl2pPr marL="1975561" indent="0">
              <a:buNone/>
              <a:defRPr sz="8642">
                <a:solidFill>
                  <a:schemeClr val="tx1">
                    <a:tint val="82000"/>
                  </a:schemeClr>
                </a:solidFill>
              </a:defRPr>
            </a:lvl2pPr>
            <a:lvl3pPr marL="3951122" indent="0">
              <a:buNone/>
              <a:defRPr sz="7778">
                <a:solidFill>
                  <a:schemeClr val="tx1">
                    <a:tint val="82000"/>
                  </a:schemeClr>
                </a:solidFill>
              </a:defRPr>
            </a:lvl3pPr>
            <a:lvl4pPr marL="5926684" indent="0">
              <a:buNone/>
              <a:defRPr sz="6914">
                <a:solidFill>
                  <a:schemeClr val="tx1">
                    <a:tint val="82000"/>
                  </a:schemeClr>
                </a:solidFill>
              </a:defRPr>
            </a:lvl4pPr>
            <a:lvl5pPr marL="7902245" indent="0">
              <a:buNone/>
              <a:defRPr sz="6914">
                <a:solidFill>
                  <a:schemeClr val="tx1">
                    <a:tint val="82000"/>
                  </a:schemeClr>
                </a:solidFill>
              </a:defRPr>
            </a:lvl5pPr>
            <a:lvl6pPr marL="9877806" indent="0">
              <a:buNone/>
              <a:defRPr sz="6914">
                <a:solidFill>
                  <a:schemeClr val="tx1">
                    <a:tint val="82000"/>
                  </a:schemeClr>
                </a:solidFill>
              </a:defRPr>
            </a:lvl6pPr>
            <a:lvl7pPr marL="11853367" indent="0">
              <a:buNone/>
              <a:defRPr sz="6914">
                <a:solidFill>
                  <a:schemeClr val="tx1">
                    <a:tint val="82000"/>
                  </a:schemeClr>
                </a:solidFill>
              </a:defRPr>
            </a:lvl7pPr>
            <a:lvl8pPr marL="13828928" indent="0">
              <a:buNone/>
              <a:defRPr sz="6914">
                <a:solidFill>
                  <a:schemeClr val="tx1">
                    <a:tint val="82000"/>
                  </a:schemeClr>
                </a:solidFill>
              </a:defRPr>
            </a:lvl8pPr>
            <a:lvl9pPr marL="15804490" indent="0">
              <a:buNone/>
              <a:defRPr sz="691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A5D1AA-ED0F-161B-2980-EC7A4AD9B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A8A97-5B64-4FCE-B049-2BCA9258D56B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9B83D6-C594-AD72-DE76-CAE6FA232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0BE8B3-F6AB-FF6E-CB17-052781B1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CCB41-AA48-4176-9646-5459EF8B4E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0345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726712-01B6-4868-5AD9-228E76B99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232C02-5300-4108-6CD1-47071F49D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42761" y="8059374"/>
            <a:ext cx="18129861" cy="192093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38F8BAC-A138-A328-3658-AE2C697AE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731148" y="8059374"/>
            <a:ext cx="18129865" cy="192093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8637F0-D878-21FF-6BAD-846167775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A8A97-5B64-4FCE-B049-2BCA9258D56B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4AFCB18-06FD-EC64-4C44-4419BCC06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4EBEC57-2C3B-87B1-2539-AD23EC137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CCB41-AA48-4176-9646-5459EF8B4E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7723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5AFEA3-7C2C-7038-1191-B9A269925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625" y="1611882"/>
            <a:ext cx="36918246" cy="5851808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80E6B93-20C7-F4D5-CB16-1DD31D2F5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9618" y="7421634"/>
            <a:ext cx="18109284" cy="3637228"/>
          </a:xfrm>
        </p:spPr>
        <p:txBody>
          <a:bodyPr anchor="b"/>
          <a:lstStyle>
            <a:lvl1pPr marL="0" indent="0">
              <a:buNone/>
              <a:defRPr sz="10370" b="1"/>
            </a:lvl1pPr>
            <a:lvl2pPr marL="1975561" indent="0">
              <a:buNone/>
              <a:defRPr sz="8642" b="1"/>
            </a:lvl2pPr>
            <a:lvl3pPr marL="3951122" indent="0">
              <a:buNone/>
              <a:defRPr sz="7778" b="1"/>
            </a:lvl3pPr>
            <a:lvl4pPr marL="5926684" indent="0">
              <a:buNone/>
              <a:defRPr sz="6914" b="1"/>
            </a:lvl4pPr>
            <a:lvl5pPr marL="7902245" indent="0">
              <a:buNone/>
              <a:defRPr sz="6914" b="1"/>
            </a:lvl5pPr>
            <a:lvl6pPr marL="9877806" indent="0">
              <a:buNone/>
              <a:defRPr sz="6914" b="1"/>
            </a:lvl6pPr>
            <a:lvl7pPr marL="11853367" indent="0">
              <a:buNone/>
              <a:defRPr sz="6914" b="1"/>
            </a:lvl7pPr>
            <a:lvl8pPr marL="13828928" indent="0">
              <a:buNone/>
              <a:defRPr sz="6914" b="1"/>
            </a:lvl8pPr>
            <a:lvl9pPr marL="15804490" indent="0">
              <a:buNone/>
              <a:defRPr sz="691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636245B-2D3E-D394-DD6D-CA2D5DACF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49618" y="11058863"/>
            <a:ext cx="18109284" cy="1626592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D2B3856-D16C-1835-13B3-8FCA3DF811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669414" y="7421634"/>
            <a:ext cx="18198457" cy="3637228"/>
          </a:xfrm>
        </p:spPr>
        <p:txBody>
          <a:bodyPr anchor="b"/>
          <a:lstStyle>
            <a:lvl1pPr marL="0" indent="0">
              <a:buNone/>
              <a:defRPr sz="10370" b="1"/>
            </a:lvl1pPr>
            <a:lvl2pPr marL="1975561" indent="0">
              <a:buNone/>
              <a:defRPr sz="8642" b="1"/>
            </a:lvl2pPr>
            <a:lvl3pPr marL="3951122" indent="0">
              <a:buNone/>
              <a:defRPr sz="7778" b="1"/>
            </a:lvl3pPr>
            <a:lvl4pPr marL="5926684" indent="0">
              <a:buNone/>
              <a:defRPr sz="6914" b="1"/>
            </a:lvl4pPr>
            <a:lvl5pPr marL="7902245" indent="0">
              <a:buNone/>
              <a:defRPr sz="6914" b="1"/>
            </a:lvl5pPr>
            <a:lvl6pPr marL="9877806" indent="0">
              <a:buNone/>
              <a:defRPr sz="6914" b="1"/>
            </a:lvl6pPr>
            <a:lvl7pPr marL="11853367" indent="0">
              <a:buNone/>
              <a:defRPr sz="6914" b="1"/>
            </a:lvl7pPr>
            <a:lvl8pPr marL="13828928" indent="0">
              <a:buNone/>
              <a:defRPr sz="6914" b="1"/>
            </a:lvl8pPr>
            <a:lvl9pPr marL="15804490" indent="0">
              <a:buNone/>
              <a:defRPr sz="691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9F00387-7D66-E73D-1BA5-BC8A874E34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1669414" y="11058863"/>
            <a:ext cx="18198457" cy="1626592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8C8AE4E-E02C-4C4C-3B35-2AD091C0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A8A97-5B64-4FCE-B049-2BCA9258D56B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30F1481-C8A5-3948-0FC9-F7E6919A6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73B9ABD-E9D0-49FB-559B-21D6C2580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CCB41-AA48-4176-9646-5459EF8B4E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7934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EA6E64-321C-6239-88A8-11750288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E50BF23-8BA9-96E0-94EE-1132F069E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A8A97-5B64-4FCE-B049-2BCA9258D56B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D26CEF5-FF76-716B-BCEA-44ED9D07C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92A663-01CE-411F-2E39-869F94F7C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CCB41-AA48-4176-9646-5459EF8B4E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1920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8E8E86-CC41-D8E5-3FC4-00B8078F3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A8A97-5B64-4FCE-B049-2BCA9258D56B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695DF25-CD7A-E99E-5F29-2AD047A4B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54E62B-F1FE-1371-08AC-B2C869AA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CCB41-AA48-4176-9646-5459EF8B4E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9705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4C4D5D-DEAD-5069-7CC4-CD4F57482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618" y="2018348"/>
            <a:ext cx="13801470" cy="7064216"/>
          </a:xfrm>
        </p:spPr>
        <p:txBody>
          <a:bodyPr anchor="b"/>
          <a:lstStyle>
            <a:lvl1pPr>
              <a:defRPr sz="13827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535097-0FE7-5974-3B3C-840DBE1DE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8461" y="4359077"/>
            <a:ext cx="21669403" cy="21515024"/>
          </a:xfrm>
        </p:spPr>
        <p:txBody>
          <a:bodyPr/>
          <a:lstStyle>
            <a:lvl1pPr>
              <a:defRPr sz="13827"/>
            </a:lvl1pPr>
            <a:lvl2pPr>
              <a:defRPr sz="12099"/>
            </a:lvl2pPr>
            <a:lvl3pPr>
              <a:defRPr sz="10370"/>
            </a:lvl3pPr>
            <a:lvl4pPr>
              <a:defRPr sz="8642"/>
            </a:lvl4pPr>
            <a:lvl5pPr>
              <a:defRPr sz="8642"/>
            </a:lvl5pPr>
            <a:lvl6pPr>
              <a:defRPr sz="8642"/>
            </a:lvl6pPr>
            <a:lvl7pPr>
              <a:defRPr sz="8642"/>
            </a:lvl7pPr>
            <a:lvl8pPr>
              <a:defRPr sz="8642"/>
            </a:lvl8pPr>
            <a:lvl9pPr>
              <a:defRPr sz="8642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849F024-22BE-0EA7-15C3-5EA6B2478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49618" y="9082564"/>
            <a:ext cx="13801470" cy="16826573"/>
          </a:xfrm>
        </p:spPr>
        <p:txBody>
          <a:bodyPr/>
          <a:lstStyle>
            <a:lvl1pPr marL="0" indent="0">
              <a:buNone/>
              <a:defRPr sz="6914"/>
            </a:lvl1pPr>
            <a:lvl2pPr marL="1975561" indent="0">
              <a:buNone/>
              <a:defRPr sz="6049"/>
            </a:lvl2pPr>
            <a:lvl3pPr marL="3951122" indent="0">
              <a:buNone/>
              <a:defRPr sz="5185"/>
            </a:lvl3pPr>
            <a:lvl4pPr marL="5926684" indent="0">
              <a:buNone/>
              <a:defRPr sz="4321"/>
            </a:lvl4pPr>
            <a:lvl5pPr marL="7902245" indent="0">
              <a:buNone/>
              <a:defRPr sz="4321"/>
            </a:lvl5pPr>
            <a:lvl6pPr marL="9877806" indent="0">
              <a:buNone/>
              <a:defRPr sz="4321"/>
            </a:lvl6pPr>
            <a:lvl7pPr marL="11853367" indent="0">
              <a:buNone/>
              <a:defRPr sz="4321"/>
            </a:lvl7pPr>
            <a:lvl8pPr marL="13828928" indent="0">
              <a:buNone/>
              <a:defRPr sz="4321"/>
            </a:lvl8pPr>
            <a:lvl9pPr marL="15804490" indent="0">
              <a:buNone/>
              <a:defRPr sz="432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353F272-5C68-8B4F-4466-64C324859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A8A97-5B64-4FCE-B049-2BCA9258D56B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7DA4D1D-1EEC-12DB-71FE-B6D98B1CC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46B828-8C76-3C9F-BD33-E462D4023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CCB41-AA48-4176-9646-5459EF8B4E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10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720DDA-B0AC-86F4-3C28-02112CA50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618" y="2018348"/>
            <a:ext cx="13801470" cy="7064216"/>
          </a:xfrm>
        </p:spPr>
        <p:txBody>
          <a:bodyPr anchor="b"/>
          <a:lstStyle>
            <a:lvl1pPr>
              <a:defRPr sz="13827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E10C04E-9582-7DAF-F5AC-A44F736BD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8198461" y="4359077"/>
            <a:ext cx="21669403" cy="21515024"/>
          </a:xfrm>
        </p:spPr>
        <p:txBody>
          <a:bodyPr/>
          <a:lstStyle>
            <a:lvl1pPr marL="0" indent="0">
              <a:buNone/>
              <a:defRPr sz="13827"/>
            </a:lvl1pPr>
            <a:lvl2pPr marL="1975561" indent="0">
              <a:buNone/>
              <a:defRPr sz="12099"/>
            </a:lvl2pPr>
            <a:lvl3pPr marL="3951122" indent="0">
              <a:buNone/>
              <a:defRPr sz="10370"/>
            </a:lvl3pPr>
            <a:lvl4pPr marL="5926684" indent="0">
              <a:buNone/>
              <a:defRPr sz="8642"/>
            </a:lvl4pPr>
            <a:lvl5pPr marL="7902245" indent="0">
              <a:buNone/>
              <a:defRPr sz="8642"/>
            </a:lvl5pPr>
            <a:lvl6pPr marL="9877806" indent="0">
              <a:buNone/>
              <a:defRPr sz="8642"/>
            </a:lvl6pPr>
            <a:lvl7pPr marL="11853367" indent="0">
              <a:buNone/>
              <a:defRPr sz="8642"/>
            </a:lvl7pPr>
            <a:lvl8pPr marL="13828928" indent="0">
              <a:buNone/>
              <a:defRPr sz="8642"/>
            </a:lvl8pPr>
            <a:lvl9pPr marL="15804490" indent="0">
              <a:buNone/>
              <a:defRPr sz="8642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A16FA72-6D18-9343-CF07-C73EE0145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49618" y="9082564"/>
            <a:ext cx="13801470" cy="16826573"/>
          </a:xfrm>
        </p:spPr>
        <p:txBody>
          <a:bodyPr/>
          <a:lstStyle>
            <a:lvl1pPr marL="0" indent="0">
              <a:buNone/>
              <a:defRPr sz="6914"/>
            </a:lvl1pPr>
            <a:lvl2pPr marL="1975561" indent="0">
              <a:buNone/>
              <a:defRPr sz="6049"/>
            </a:lvl2pPr>
            <a:lvl3pPr marL="3951122" indent="0">
              <a:buNone/>
              <a:defRPr sz="5185"/>
            </a:lvl3pPr>
            <a:lvl4pPr marL="5926684" indent="0">
              <a:buNone/>
              <a:defRPr sz="4321"/>
            </a:lvl4pPr>
            <a:lvl5pPr marL="7902245" indent="0">
              <a:buNone/>
              <a:defRPr sz="4321"/>
            </a:lvl5pPr>
            <a:lvl6pPr marL="9877806" indent="0">
              <a:buNone/>
              <a:defRPr sz="4321"/>
            </a:lvl6pPr>
            <a:lvl7pPr marL="11853367" indent="0">
              <a:buNone/>
              <a:defRPr sz="4321"/>
            </a:lvl7pPr>
            <a:lvl8pPr marL="13828928" indent="0">
              <a:buNone/>
              <a:defRPr sz="4321"/>
            </a:lvl8pPr>
            <a:lvl9pPr marL="15804490" indent="0">
              <a:buNone/>
              <a:defRPr sz="432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9C2963-13A2-A1CC-FE0C-AE5A7027E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A8A97-5B64-4FCE-B049-2BCA9258D56B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61524AF-B932-D4E6-0AE4-D525157A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010E802-CE0F-3A5C-473A-7A69E7C7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CCB41-AA48-4176-9646-5459EF8B4E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0099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15C371-4954-E84B-2508-08DB9D969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C406347-F72B-A423-E26D-1060FC1A90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83146F-02B7-B084-26E5-990FFE854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A8A97-5B64-4FCE-B049-2BCA9258D56B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4FC75D-22B1-F4AA-B3AA-774055DB3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9E1B06-E775-7C55-6B3E-ACE24621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CCB41-AA48-4176-9646-5459EF8B4E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3744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FEE86CE-9739-E79D-2D39-129B2920D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0634873" y="1611875"/>
            <a:ext cx="9226134" cy="25656844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3BD6A03-4239-DB89-B8CD-97A2F3768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942763" y="1611875"/>
            <a:ext cx="27033592" cy="2565684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B19EC0-72F4-08C6-89B6-1CF02DAF7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A8A97-5B64-4FCE-B049-2BCA9258D56B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A111DA-11FE-54C8-4787-E05CABA83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0436DB-9BCA-BE06-FB08-A7AB03A44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CCB41-AA48-4176-9646-5459EF8B4E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397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sldNum="0" hdr="0" dt="0"/>
  <p:txStyles>
    <p:titleStyle>
      <a:lvl1pPr algn="l" defTabSz="6122805" rtl="0" eaLnBrk="1" latinLnBrk="0" hangingPunct="1">
        <a:spcBef>
          <a:spcPct val="0"/>
        </a:spcBef>
        <a:buNone/>
        <a:defRPr lang="de-DE" sz="13780" kern="1200" baseline="0" smtClean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2296054" indent="-2296054" algn="l" defTabSz="6122805" rtl="0" eaLnBrk="1" latinLnBrk="0" hangingPunct="1">
        <a:spcBef>
          <a:spcPct val="20000"/>
        </a:spcBef>
        <a:buFont typeface="Arial" pitchFamily="34" charset="0"/>
        <a:buChar char="•"/>
        <a:defRPr sz="366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4974780" indent="-1913378" algn="l" defTabSz="6122805" rtl="0" eaLnBrk="1" latinLnBrk="0" hangingPunct="1">
        <a:spcBef>
          <a:spcPct val="20000"/>
        </a:spcBef>
        <a:buFont typeface="Arial" pitchFamily="34" charset="0"/>
        <a:buChar char="–"/>
        <a:defRPr sz="366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7653506" indent="-1530701" algn="l" defTabSz="6122805" rtl="0" eaLnBrk="1" latinLnBrk="0" hangingPunct="1">
        <a:spcBef>
          <a:spcPct val="20000"/>
        </a:spcBef>
        <a:buFont typeface="Arial" pitchFamily="34" charset="0"/>
        <a:buChar char="•"/>
        <a:defRPr sz="366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0714913" indent="-1530701" algn="l" defTabSz="6122805" rtl="0" eaLnBrk="1" latinLnBrk="0" hangingPunct="1">
        <a:spcBef>
          <a:spcPct val="20000"/>
        </a:spcBef>
        <a:buFont typeface="Arial" pitchFamily="34" charset="0"/>
        <a:buChar char="–"/>
        <a:defRPr sz="366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3776312" indent="-1530701" algn="l" defTabSz="6122805" rtl="0" eaLnBrk="1" latinLnBrk="0" hangingPunct="1">
        <a:spcBef>
          <a:spcPct val="20000"/>
        </a:spcBef>
        <a:buFont typeface="Arial" pitchFamily="34" charset="0"/>
        <a:buChar char="»"/>
        <a:defRPr sz="366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6837718" indent="-1530701" algn="l" defTabSz="6122805" rtl="0" eaLnBrk="1" latinLnBrk="0" hangingPunct="1">
        <a:spcBef>
          <a:spcPct val="20000"/>
        </a:spcBef>
        <a:buFont typeface="Arial" pitchFamily="34" charset="0"/>
        <a:buChar char="•"/>
        <a:defRPr sz="13339" kern="1200">
          <a:solidFill>
            <a:schemeClr val="tx1"/>
          </a:solidFill>
          <a:latin typeface="+mn-lt"/>
          <a:ea typeface="+mn-ea"/>
          <a:cs typeface="+mn-cs"/>
        </a:defRPr>
      </a:lvl6pPr>
      <a:lvl7pPr marL="19899121" indent="-1530701" algn="l" defTabSz="6122805" rtl="0" eaLnBrk="1" latinLnBrk="0" hangingPunct="1">
        <a:spcBef>
          <a:spcPct val="20000"/>
        </a:spcBef>
        <a:buFont typeface="Arial" pitchFamily="34" charset="0"/>
        <a:buChar char="•"/>
        <a:defRPr sz="13339" kern="1200">
          <a:solidFill>
            <a:schemeClr val="tx1"/>
          </a:solidFill>
          <a:latin typeface="+mn-lt"/>
          <a:ea typeface="+mn-ea"/>
          <a:cs typeface="+mn-cs"/>
        </a:defRPr>
      </a:lvl7pPr>
      <a:lvl8pPr marL="22960524" indent="-1530701" algn="l" defTabSz="6122805" rtl="0" eaLnBrk="1" latinLnBrk="0" hangingPunct="1">
        <a:spcBef>
          <a:spcPct val="20000"/>
        </a:spcBef>
        <a:buFont typeface="Arial" pitchFamily="34" charset="0"/>
        <a:buChar char="•"/>
        <a:defRPr sz="13339" kern="1200">
          <a:solidFill>
            <a:schemeClr val="tx1"/>
          </a:solidFill>
          <a:latin typeface="+mn-lt"/>
          <a:ea typeface="+mn-ea"/>
          <a:cs typeface="+mn-cs"/>
        </a:defRPr>
      </a:lvl8pPr>
      <a:lvl9pPr marL="26021926" indent="-1530701" algn="l" defTabSz="6122805" rtl="0" eaLnBrk="1" latinLnBrk="0" hangingPunct="1">
        <a:spcBef>
          <a:spcPct val="20000"/>
        </a:spcBef>
        <a:buFont typeface="Arial" pitchFamily="34" charset="0"/>
        <a:buChar char="•"/>
        <a:defRPr sz="133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122805" rtl="0" eaLnBrk="1" latinLnBrk="0" hangingPunct="1">
        <a:defRPr sz="12021" kern="1200">
          <a:solidFill>
            <a:schemeClr val="tx1"/>
          </a:solidFill>
          <a:latin typeface="+mn-lt"/>
          <a:ea typeface="+mn-ea"/>
          <a:cs typeface="+mn-cs"/>
        </a:defRPr>
      </a:lvl1pPr>
      <a:lvl2pPr marL="3061403" algn="l" defTabSz="6122805" rtl="0" eaLnBrk="1" latinLnBrk="0" hangingPunct="1">
        <a:defRPr sz="12021" kern="1200">
          <a:solidFill>
            <a:schemeClr val="tx1"/>
          </a:solidFill>
          <a:latin typeface="+mn-lt"/>
          <a:ea typeface="+mn-ea"/>
          <a:cs typeface="+mn-cs"/>
        </a:defRPr>
      </a:lvl2pPr>
      <a:lvl3pPr marL="6122805" algn="l" defTabSz="6122805" rtl="0" eaLnBrk="1" latinLnBrk="0" hangingPunct="1">
        <a:defRPr sz="12021" kern="1200">
          <a:solidFill>
            <a:schemeClr val="tx1"/>
          </a:solidFill>
          <a:latin typeface="+mn-lt"/>
          <a:ea typeface="+mn-ea"/>
          <a:cs typeface="+mn-cs"/>
        </a:defRPr>
      </a:lvl3pPr>
      <a:lvl4pPr marL="9184208" algn="l" defTabSz="6122805" rtl="0" eaLnBrk="1" latinLnBrk="0" hangingPunct="1">
        <a:defRPr sz="12021" kern="1200">
          <a:solidFill>
            <a:schemeClr val="tx1"/>
          </a:solidFill>
          <a:latin typeface="+mn-lt"/>
          <a:ea typeface="+mn-ea"/>
          <a:cs typeface="+mn-cs"/>
        </a:defRPr>
      </a:lvl4pPr>
      <a:lvl5pPr marL="12245615" algn="l" defTabSz="6122805" rtl="0" eaLnBrk="1" latinLnBrk="0" hangingPunct="1">
        <a:defRPr sz="12021" kern="1200">
          <a:solidFill>
            <a:schemeClr val="tx1"/>
          </a:solidFill>
          <a:latin typeface="+mn-lt"/>
          <a:ea typeface="+mn-ea"/>
          <a:cs typeface="+mn-cs"/>
        </a:defRPr>
      </a:lvl5pPr>
      <a:lvl6pPr marL="15307017" algn="l" defTabSz="6122805" rtl="0" eaLnBrk="1" latinLnBrk="0" hangingPunct="1">
        <a:defRPr sz="12021" kern="1200">
          <a:solidFill>
            <a:schemeClr val="tx1"/>
          </a:solidFill>
          <a:latin typeface="+mn-lt"/>
          <a:ea typeface="+mn-ea"/>
          <a:cs typeface="+mn-cs"/>
        </a:defRPr>
      </a:lvl6pPr>
      <a:lvl7pPr marL="18368420" algn="l" defTabSz="6122805" rtl="0" eaLnBrk="1" latinLnBrk="0" hangingPunct="1">
        <a:defRPr sz="12021" kern="1200">
          <a:solidFill>
            <a:schemeClr val="tx1"/>
          </a:solidFill>
          <a:latin typeface="+mn-lt"/>
          <a:ea typeface="+mn-ea"/>
          <a:cs typeface="+mn-cs"/>
        </a:defRPr>
      </a:lvl7pPr>
      <a:lvl8pPr marL="21429822" algn="l" defTabSz="6122805" rtl="0" eaLnBrk="1" latinLnBrk="0" hangingPunct="1">
        <a:defRPr sz="12021" kern="1200">
          <a:solidFill>
            <a:schemeClr val="tx1"/>
          </a:solidFill>
          <a:latin typeface="+mn-lt"/>
          <a:ea typeface="+mn-ea"/>
          <a:cs typeface="+mn-cs"/>
        </a:defRPr>
      </a:lvl8pPr>
      <a:lvl9pPr marL="24491229" algn="l" defTabSz="6122805" rtl="0" eaLnBrk="1" latinLnBrk="0" hangingPunct="1">
        <a:defRPr sz="1202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4A3D1DD-5B28-D008-5192-2973EAD15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2767" y="1611882"/>
            <a:ext cx="36918246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FFECEE0-B6E5-C09F-49C3-E25A9A6D6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2767" y="8059374"/>
            <a:ext cx="36918246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E5AD8C-F887-4D45-E036-B8C2B56BA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42761" y="28060639"/>
            <a:ext cx="9630847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18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1A8A97-5B64-4FCE-B049-2BCA9258D56B}" type="datetimeFigureOut">
              <a:rPr lang="de-DE" smtClean="0"/>
              <a:t>15.01.2026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39BFD2-78FA-2B59-7E80-569B16D1AF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178755" y="28060639"/>
            <a:ext cx="14446270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18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60D866-1A16-E7C6-7276-52F2BA885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230160" y="28060639"/>
            <a:ext cx="9630847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18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CCB41-AA48-4176-9646-5459EF8B4E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1864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3951122" rtl="0" eaLnBrk="1" latinLnBrk="0" hangingPunct="1">
        <a:lnSpc>
          <a:spcPct val="90000"/>
        </a:lnSpc>
        <a:spcBef>
          <a:spcPct val="0"/>
        </a:spcBef>
        <a:buNone/>
        <a:defRPr sz="190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87781" indent="-987781" algn="l" defTabSz="3951122" rtl="0" eaLnBrk="1" latinLnBrk="0" hangingPunct="1">
        <a:lnSpc>
          <a:spcPct val="90000"/>
        </a:lnSpc>
        <a:spcBef>
          <a:spcPts val="4321"/>
        </a:spcBef>
        <a:buFont typeface="Arial" panose="020B0604020202020204" pitchFamily="34" charset="0"/>
        <a:buChar char="•"/>
        <a:defRPr sz="12099" kern="1200">
          <a:solidFill>
            <a:schemeClr val="tx1"/>
          </a:solidFill>
          <a:latin typeface="+mn-lt"/>
          <a:ea typeface="+mn-ea"/>
          <a:cs typeface="+mn-cs"/>
        </a:defRPr>
      </a:lvl1pPr>
      <a:lvl2pPr marL="2963342" indent="-987781" algn="l" defTabSz="3951122" rtl="0" eaLnBrk="1" latinLnBrk="0" hangingPunct="1">
        <a:lnSpc>
          <a:spcPct val="90000"/>
        </a:lnSpc>
        <a:spcBef>
          <a:spcPts val="2161"/>
        </a:spcBef>
        <a:buFont typeface="Arial" panose="020B0604020202020204" pitchFamily="34" charset="0"/>
        <a:buChar char="•"/>
        <a:defRPr sz="10370" kern="1200">
          <a:solidFill>
            <a:schemeClr val="tx1"/>
          </a:solidFill>
          <a:latin typeface="+mn-lt"/>
          <a:ea typeface="+mn-ea"/>
          <a:cs typeface="+mn-cs"/>
        </a:defRPr>
      </a:lvl2pPr>
      <a:lvl3pPr marL="4938903" indent="-987781" algn="l" defTabSz="3951122" rtl="0" eaLnBrk="1" latinLnBrk="0" hangingPunct="1">
        <a:lnSpc>
          <a:spcPct val="90000"/>
        </a:lnSpc>
        <a:spcBef>
          <a:spcPts val="2161"/>
        </a:spcBef>
        <a:buFont typeface="Arial" panose="020B0604020202020204" pitchFamily="34" charset="0"/>
        <a:buChar char="•"/>
        <a:defRPr sz="8642" kern="1200">
          <a:solidFill>
            <a:schemeClr val="tx1"/>
          </a:solidFill>
          <a:latin typeface="+mn-lt"/>
          <a:ea typeface="+mn-ea"/>
          <a:cs typeface="+mn-cs"/>
        </a:defRPr>
      </a:lvl3pPr>
      <a:lvl4pPr marL="6914464" indent="-987781" algn="l" defTabSz="3951122" rtl="0" eaLnBrk="1" latinLnBrk="0" hangingPunct="1">
        <a:lnSpc>
          <a:spcPct val="90000"/>
        </a:lnSpc>
        <a:spcBef>
          <a:spcPts val="2161"/>
        </a:spcBef>
        <a:buFont typeface="Arial" panose="020B0604020202020204" pitchFamily="34" charset="0"/>
        <a:buChar char="•"/>
        <a:defRPr sz="7778" kern="1200">
          <a:solidFill>
            <a:schemeClr val="tx1"/>
          </a:solidFill>
          <a:latin typeface="+mn-lt"/>
          <a:ea typeface="+mn-ea"/>
          <a:cs typeface="+mn-cs"/>
        </a:defRPr>
      </a:lvl4pPr>
      <a:lvl5pPr marL="8890025" indent="-987781" algn="l" defTabSz="3951122" rtl="0" eaLnBrk="1" latinLnBrk="0" hangingPunct="1">
        <a:lnSpc>
          <a:spcPct val="90000"/>
        </a:lnSpc>
        <a:spcBef>
          <a:spcPts val="2161"/>
        </a:spcBef>
        <a:buFont typeface="Arial" panose="020B0604020202020204" pitchFamily="34" charset="0"/>
        <a:buChar char="•"/>
        <a:defRPr sz="7778" kern="1200">
          <a:solidFill>
            <a:schemeClr val="tx1"/>
          </a:solidFill>
          <a:latin typeface="+mn-lt"/>
          <a:ea typeface="+mn-ea"/>
          <a:cs typeface="+mn-cs"/>
        </a:defRPr>
      </a:lvl5pPr>
      <a:lvl6pPr marL="10865587" indent="-987781" algn="l" defTabSz="3951122" rtl="0" eaLnBrk="1" latinLnBrk="0" hangingPunct="1">
        <a:lnSpc>
          <a:spcPct val="90000"/>
        </a:lnSpc>
        <a:spcBef>
          <a:spcPts val="2161"/>
        </a:spcBef>
        <a:buFont typeface="Arial" panose="020B0604020202020204" pitchFamily="34" charset="0"/>
        <a:buChar char="•"/>
        <a:defRPr sz="7778" kern="1200">
          <a:solidFill>
            <a:schemeClr val="tx1"/>
          </a:solidFill>
          <a:latin typeface="+mn-lt"/>
          <a:ea typeface="+mn-ea"/>
          <a:cs typeface="+mn-cs"/>
        </a:defRPr>
      </a:lvl6pPr>
      <a:lvl7pPr marL="12841148" indent="-987781" algn="l" defTabSz="3951122" rtl="0" eaLnBrk="1" latinLnBrk="0" hangingPunct="1">
        <a:lnSpc>
          <a:spcPct val="90000"/>
        </a:lnSpc>
        <a:spcBef>
          <a:spcPts val="2161"/>
        </a:spcBef>
        <a:buFont typeface="Arial" panose="020B0604020202020204" pitchFamily="34" charset="0"/>
        <a:buChar char="•"/>
        <a:defRPr sz="7778" kern="1200">
          <a:solidFill>
            <a:schemeClr val="tx1"/>
          </a:solidFill>
          <a:latin typeface="+mn-lt"/>
          <a:ea typeface="+mn-ea"/>
          <a:cs typeface="+mn-cs"/>
        </a:defRPr>
      </a:lvl7pPr>
      <a:lvl8pPr marL="14816709" indent="-987781" algn="l" defTabSz="3951122" rtl="0" eaLnBrk="1" latinLnBrk="0" hangingPunct="1">
        <a:lnSpc>
          <a:spcPct val="90000"/>
        </a:lnSpc>
        <a:spcBef>
          <a:spcPts val="2161"/>
        </a:spcBef>
        <a:buFont typeface="Arial" panose="020B0604020202020204" pitchFamily="34" charset="0"/>
        <a:buChar char="•"/>
        <a:defRPr sz="7778" kern="1200">
          <a:solidFill>
            <a:schemeClr val="tx1"/>
          </a:solidFill>
          <a:latin typeface="+mn-lt"/>
          <a:ea typeface="+mn-ea"/>
          <a:cs typeface="+mn-cs"/>
        </a:defRPr>
      </a:lvl8pPr>
      <a:lvl9pPr marL="16792270" indent="-987781" algn="l" defTabSz="3951122" rtl="0" eaLnBrk="1" latinLnBrk="0" hangingPunct="1">
        <a:lnSpc>
          <a:spcPct val="90000"/>
        </a:lnSpc>
        <a:spcBef>
          <a:spcPts val="2161"/>
        </a:spcBef>
        <a:buFont typeface="Arial" panose="020B0604020202020204" pitchFamily="34" charset="0"/>
        <a:buChar char="•"/>
        <a:defRPr sz="77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3951122" rtl="0" eaLnBrk="1" latinLnBrk="0" hangingPunct="1">
        <a:defRPr sz="7778" kern="1200">
          <a:solidFill>
            <a:schemeClr val="tx1"/>
          </a:solidFill>
          <a:latin typeface="+mn-lt"/>
          <a:ea typeface="+mn-ea"/>
          <a:cs typeface="+mn-cs"/>
        </a:defRPr>
      </a:lvl1pPr>
      <a:lvl2pPr marL="1975561" algn="l" defTabSz="3951122" rtl="0" eaLnBrk="1" latinLnBrk="0" hangingPunct="1">
        <a:defRPr sz="7778" kern="1200">
          <a:solidFill>
            <a:schemeClr val="tx1"/>
          </a:solidFill>
          <a:latin typeface="+mn-lt"/>
          <a:ea typeface="+mn-ea"/>
          <a:cs typeface="+mn-cs"/>
        </a:defRPr>
      </a:lvl2pPr>
      <a:lvl3pPr marL="3951122" algn="l" defTabSz="3951122" rtl="0" eaLnBrk="1" latinLnBrk="0" hangingPunct="1">
        <a:defRPr sz="7778" kern="1200">
          <a:solidFill>
            <a:schemeClr val="tx1"/>
          </a:solidFill>
          <a:latin typeface="+mn-lt"/>
          <a:ea typeface="+mn-ea"/>
          <a:cs typeface="+mn-cs"/>
        </a:defRPr>
      </a:lvl3pPr>
      <a:lvl4pPr marL="5926684" algn="l" defTabSz="3951122" rtl="0" eaLnBrk="1" latinLnBrk="0" hangingPunct="1">
        <a:defRPr sz="7778" kern="1200">
          <a:solidFill>
            <a:schemeClr val="tx1"/>
          </a:solidFill>
          <a:latin typeface="+mn-lt"/>
          <a:ea typeface="+mn-ea"/>
          <a:cs typeface="+mn-cs"/>
        </a:defRPr>
      </a:lvl4pPr>
      <a:lvl5pPr marL="7902245" algn="l" defTabSz="3951122" rtl="0" eaLnBrk="1" latinLnBrk="0" hangingPunct="1">
        <a:defRPr sz="7778" kern="1200">
          <a:solidFill>
            <a:schemeClr val="tx1"/>
          </a:solidFill>
          <a:latin typeface="+mn-lt"/>
          <a:ea typeface="+mn-ea"/>
          <a:cs typeface="+mn-cs"/>
        </a:defRPr>
      </a:lvl5pPr>
      <a:lvl6pPr marL="9877806" algn="l" defTabSz="3951122" rtl="0" eaLnBrk="1" latinLnBrk="0" hangingPunct="1">
        <a:defRPr sz="7778" kern="1200">
          <a:solidFill>
            <a:schemeClr val="tx1"/>
          </a:solidFill>
          <a:latin typeface="+mn-lt"/>
          <a:ea typeface="+mn-ea"/>
          <a:cs typeface="+mn-cs"/>
        </a:defRPr>
      </a:lvl6pPr>
      <a:lvl7pPr marL="11853367" algn="l" defTabSz="3951122" rtl="0" eaLnBrk="1" latinLnBrk="0" hangingPunct="1">
        <a:defRPr sz="7778" kern="1200">
          <a:solidFill>
            <a:schemeClr val="tx1"/>
          </a:solidFill>
          <a:latin typeface="+mn-lt"/>
          <a:ea typeface="+mn-ea"/>
          <a:cs typeface="+mn-cs"/>
        </a:defRPr>
      </a:lvl7pPr>
      <a:lvl8pPr marL="13828928" algn="l" defTabSz="3951122" rtl="0" eaLnBrk="1" latinLnBrk="0" hangingPunct="1">
        <a:defRPr sz="7778" kern="1200">
          <a:solidFill>
            <a:schemeClr val="tx1"/>
          </a:solidFill>
          <a:latin typeface="+mn-lt"/>
          <a:ea typeface="+mn-ea"/>
          <a:cs typeface="+mn-cs"/>
        </a:defRPr>
      </a:lvl8pPr>
      <a:lvl9pPr marL="15804490" algn="l" defTabSz="3951122" rtl="0" eaLnBrk="1" latinLnBrk="0" hangingPunct="1">
        <a:defRPr sz="77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: abgerundete Ecken 6">
            <a:extLst>
              <a:ext uri="{FF2B5EF4-FFF2-40B4-BE49-F238E27FC236}">
                <a16:creationId xmlns:a16="http://schemas.microsoft.com/office/drawing/2014/main" id="{8EF95A21-6011-594B-1C6A-906D3286250E}"/>
              </a:ext>
            </a:extLst>
          </p:cNvPr>
          <p:cNvSpPr/>
          <p:nvPr/>
        </p:nvSpPr>
        <p:spPr>
          <a:xfrm>
            <a:off x="28606356" y="7481335"/>
            <a:ext cx="12918042" cy="21599562"/>
          </a:xfrm>
          <a:prstGeom prst="roundRect">
            <a:avLst>
              <a:gd name="adj" fmla="val 3357"/>
            </a:avLst>
          </a:prstGeom>
          <a:solidFill>
            <a:srgbClr val="E2E2E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551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Rechteck: abgerundete Ecken 6">
            <a:extLst>
              <a:ext uri="{FF2B5EF4-FFF2-40B4-BE49-F238E27FC236}">
                <a16:creationId xmlns:a16="http://schemas.microsoft.com/office/drawing/2014/main" id="{F586F20F-B7B5-49D5-87E7-1195054A5AC0}"/>
              </a:ext>
            </a:extLst>
          </p:cNvPr>
          <p:cNvSpPr/>
          <p:nvPr/>
        </p:nvSpPr>
        <p:spPr>
          <a:xfrm>
            <a:off x="15137495" y="7481335"/>
            <a:ext cx="12918042" cy="21599562"/>
          </a:xfrm>
          <a:prstGeom prst="roundRect">
            <a:avLst>
              <a:gd name="adj" fmla="val 3357"/>
            </a:avLst>
          </a:prstGeom>
          <a:solidFill>
            <a:srgbClr val="E2E2E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551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E545FF2-B3DF-3916-DAFD-312D0969C8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747620" y="4446984"/>
            <a:ext cx="2934845" cy="2934845"/>
          </a:xfrm>
          <a:prstGeom prst="rect">
            <a:avLst/>
          </a:prstGeom>
        </p:spPr>
      </p:pic>
      <p:sp>
        <p:nvSpPr>
          <p:cNvPr id="46" name="Textfeld 45">
            <a:extLst>
              <a:ext uri="{FF2B5EF4-FFF2-40B4-BE49-F238E27FC236}">
                <a16:creationId xmlns:a16="http://schemas.microsoft.com/office/drawing/2014/main" id="{91474B7D-E67C-40D6-BFA8-BA059F95E8E5}"/>
              </a:ext>
            </a:extLst>
          </p:cNvPr>
          <p:cNvSpPr txBox="1"/>
          <p:nvPr/>
        </p:nvSpPr>
        <p:spPr>
          <a:xfrm>
            <a:off x="888189" y="5907141"/>
            <a:ext cx="33185032" cy="79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37" dirty="0">
                <a:latin typeface="Lucida Sans" panose="020B0602030504020204" pitchFamily="34" charset="77"/>
                <a:cs typeface="Arial" panose="020B0604020202020204" pitchFamily="34" charset="0"/>
              </a:rPr>
              <a:t>Florian Kammerer, Florian Zierer, Luca Uhl, Matthias Maucher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F586F20F-B7B5-49D5-87E7-1195054A5AC0}"/>
              </a:ext>
            </a:extLst>
          </p:cNvPr>
          <p:cNvSpPr/>
          <p:nvPr/>
        </p:nvSpPr>
        <p:spPr>
          <a:xfrm>
            <a:off x="1154040" y="7481339"/>
            <a:ext cx="13305441" cy="21599562"/>
          </a:xfrm>
          <a:prstGeom prst="roundRect">
            <a:avLst>
              <a:gd name="adj" fmla="val 3357"/>
            </a:avLst>
          </a:prstGeom>
          <a:solidFill>
            <a:srgbClr val="E2E2E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551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0313DF8-4451-4CC2-9F50-BAECB7DDB368}"/>
              </a:ext>
            </a:extLst>
          </p:cNvPr>
          <p:cNvSpPr/>
          <p:nvPr/>
        </p:nvSpPr>
        <p:spPr>
          <a:xfrm>
            <a:off x="1596704" y="7923569"/>
            <a:ext cx="12481445" cy="69871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537" b="1" dirty="0">
                <a:latin typeface="Lucida Sans" panose="020B0602030504020204" pitchFamily="34" charset="77"/>
                <a:cs typeface="Arial" panose="020B0604020202020204" pitchFamily="34" charset="0"/>
              </a:rPr>
              <a:t>Business Understanding: Motivation</a:t>
            </a:r>
            <a:endParaRPr lang="en-US" sz="6620" b="1" dirty="0">
              <a:latin typeface="Lucida Sans" panose="020B0602030504020204" pitchFamily="34" charset="77"/>
              <a:cs typeface="Arial" panose="020B0604020202020204" pitchFamily="3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E89B3AB-03F3-4B2C-90B5-A186EDFBCE36}"/>
              </a:ext>
            </a:extLst>
          </p:cNvPr>
          <p:cNvSpPr/>
          <p:nvPr/>
        </p:nvSpPr>
        <p:spPr>
          <a:xfrm>
            <a:off x="1550822" y="12637259"/>
            <a:ext cx="12473058" cy="7210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537" dirty="0">
                <a:latin typeface="Lucida Sans" panose="020B0602030504020204" pitchFamily="34" charset="0"/>
              </a:rPr>
              <a:t>Data Understanding: </a:t>
            </a:r>
            <a:r>
              <a:rPr lang="de-DE" sz="4537" dirty="0" err="1">
                <a:latin typeface="Lucida Sans" panose="020B0602030504020204" pitchFamily="34" charset="0"/>
              </a:rPr>
              <a:t>Cityscapes</a:t>
            </a:r>
            <a:r>
              <a:rPr lang="de-DE" sz="4537" dirty="0">
                <a:latin typeface="Lucida Sans" panose="020B0602030504020204" pitchFamily="34" charset="0"/>
              </a:rPr>
              <a:t> Dataset </a:t>
            </a:r>
            <a:endParaRPr lang="en-US" sz="4416" b="1" dirty="0">
              <a:latin typeface="Lucida Sans" panose="020B0602030504020204" pitchFamily="34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226C1D6-3C2F-4E52-9C87-C11B1E2E0B6A}"/>
              </a:ext>
            </a:extLst>
          </p:cNvPr>
          <p:cNvSpPr/>
          <p:nvPr/>
        </p:nvSpPr>
        <p:spPr>
          <a:xfrm>
            <a:off x="1564340" y="8782250"/>
            <a:ext cx="12481445" cy="370968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872" tIns="91722" bIns="91722" rtlCol="0" anchor="t"/>
          <a:lstStyle/>
          <a:p>
            <a:r>
              <a:rPr lang="en-US" sz="2161" b="1" dirty="0">
                <a:solidFill>
                  <a:schemeClr val="tx1"/>
                </a:solidFill>
                <a:latin typeface="+mj-lt"/>
              </a:rPr>
              <a:t>Use Cases</a:t>
            </a:r>
          </a:p>
          <a:p>
            <a:pPr marL="740835" indent="-740835">
              <a:buFont typeface="Arial" panose="020B0604020202020204" pitchFamily="34" charset="0"/>
              <a:buChar char="•"/>
            </a:pPr>
            <a:r>
              <a:rPr lang="en-US" sz="2161" b="1" dirty="0">
                <a:solidFill>
                  <a:schemeClr val="tx1"/>
                </a:solidFill>
                <a:latin typeface="+mj-lt"/>
              </a:rPr>
              <a:t>Urban planning and safety analysis</a:t>
            </a:r>
            <a:r>
              <a:rPr lang="en-US" sz="2161" dirty="0">
                <a:solidFill>
                  <a:schemeClr val="tx1"/>
                </a:solidFill>
                <a:latin typeface="+mj-lt"/>
              </a:rPr>
              <a:t>: Identifying bottlenecks, missing pedestrian facilities, or unsafe intersections.</a:t>
            </a:r>
          </a:p>
          <a:p>
            <a:pPr marL="740835" indent="-740835">
              <a:buFont typeface="Arial" panose="020B0604020202020204" pitchFamily="34" charset="0"/>
              <a:buChar char="•"/>
            </a:pPr>
            <a:r>
              <a:rPr lang="en-US" sz="2161" b="1" dirty="0">
                <a:solidFill>
                  <a:schemeClr val="tx1"/>
                </a:solidFill>
                <a:latin typeface="+mj-lt"/>
              </a:rPr>
              <a:t>Autonomous driving</a:t>
            </a:r>
            <a:r>
              <a:rPr lang="en-US" sz="2161" dirty="0">
                <a:solidFill>
                  <a:schemeClr val="tx1"/>
                </a:solidFill>
                <a:latin typeface="+mj-lt"/>
              </a:rPr>
              <a:t>: Providing machine-readable infrastructure representations for perception and navigation systems.</a:t>
            </a:r>
          </a:p>
          <a:p>
            <a:pPr marL="740835" indent="-740835">
              <a:buFont typeface="Arial" panose="020B0604020202020204" pitchFamily="34" charset="0"/>
              <a:buChar char="•"/>
            </a:pPr>
            <a:r>
              <a:rPr lang="en-US" sz="2161" b="1" dirty="0">
                <a:solidFill>
                  <a:schemeClr val="tx1"/>
                </a:solidFill>
                <a:latin typeface="+mj-lt"/>
              </a:rPr>
              <a:t>Digital infrastructure mapping</a:t>
            </a:r>
            <a:r>
              <a:rPr lang="en-US" sz="2161" dirty="0">
                <a:solidFill>
                  <a:schemeClr val="tx1"/>
                </a:solidFill>
                <a:latin typeface="+mj-lt"/>
              </a:rPr>
              <a:t>: Deriving up-to-date maps of lanes, sidewalks, bike paths, and crossings.</a:t>
            </a:r>
          </a:p>
          <a:p>
            <a:r>
              <a:rPr lang="en-US" sz="2161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Goals</a:t>
            </a:r>
          </a:p>
          <a:p>
            <a:pPr marL="740835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data-driven pipeline for semantic segmentation of street-level imagery</a:t>
            </a:r>
          </a:p>
          <a:p>
            <a:pPr marL="740835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extraction of traffic-related infrastructure features</a:t>
            </a:r>
          </a:p>
        </p:txBody>
      </p:sp>
      <p:sp>
        <p:nvSpPr>
          <p:cNvPr id="47" name="Titel 10">
            <a:extLst>
              <a:ext uri="{FF2B5EF4-FFF2-40B4-BE49-F238E27FC236}">
                <a16:creationId xmlns:a16="http://schemas.microsoft.com/office/drawing/2014/main" id="{07104AEA-E775-45C5-8EBC-19C5CC7AA436}"/>
              </a:ext>
            </a:extLst>
          </p:cNvPr>
          <p:cNvSpPr txBox="1">
            <a:spLocks/>
          </p:cNvSpPr>
          <p:nvPr/>
        </p:nvSpPr>
        <p:spPr>
          <a:xfrm>
            <a:off x="848185" y="4645761"/>
            <a:ext cx="35799855" cy="1206944"/>
          </a:xfrm>
          <a:prstGeom prst="rect">
            <a:avLst/>
          </a:prstGeom>
        </p:spPr>
        <p:txBody>
          <a:bodyPr/>
          <a:lstStyle>
            <a:lvl1pPr algn="l" defTabSz="6661248" rtl="0" eaLnBrk="1" latinLnBrk="0" hangingPunct="1">
              <a:spcBef>
                <a:spcPct val="0"/>
              </a:spcBef>
              <a:buNone/>
              <a:defRPr lang="de-DE" sz="14992" kern="1200" baseline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6914" dirty="0">
                <a:latin typeface="Lucida Sans" panose="020B0602030504020204" pitchFamily="34" charset="77"/>
              </a:rPr>
              <a:t>Extraction of infrastructure features at intersections from street-level imagery</a:t>
            </a:r>
            <a:endParaRPr lang="de-DE" sz="6914" dirty="0">
              <a:latin typeface="Lucida Sans" panose="020B0602030504020204" pitchFamily="34" charset="77"/>
            </a:endParaRPr>
          </a:p>
        </p:txBody>
      </p:sp>
      <p:sp>
        <p:nvSpPr>
          <p:cNvPr id="48" name="Titelplatzhalter 1">
            <a:extLst>
              <a:ext uri="{FF2B5EF4-FFF2-40B4-BE49-F238E27FC236}">
                <a16:creationId xmlns:a16="http://schemas.microsoft.com/office/drawing/2014/main" id="{2F3F0A24-7A39-4ED9-AD37-2D3AEC73F4FC}"/>
              </a:ext>
            </a:extLst>
          </p:cNvPr>
          <p:cNvSpPr txBox="1">
            <a:spLocks/>
          </p:cNvSpPr>
          <p:nvPr/>
        </p:nvSpPr>
        <p:spPr>
          <a:xfrm>
            <a:off x="1154040" y="1194317"/>
            <a:ext cx="23411295" cy="21105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defTabSz="6122805">
              <a:spcBef>
                <a:spcPct val="0"/>
              </a:spcBef>
              <a:defRPr/>
            </a:pPr>
            <a:r>
              <a:rPr lang="de-DE" sz="6049" b="1" dirty="0">
                <a:latin typeface="Lucida Sans" panose="020B0602030504020204" pitchFamily="34" charset="77"/>
                <a:ea typeface="+mj-ea"/>
                <a:cs typeface="Arial" panose="020B0604020202020204" pitchFamily="34" charset="0"/>
              </a:rPr>
              <a:t>OSTBAYERISCHE TECHNISCHE HOCHSCHULE REGENSBURG</a:t>
            </a:r>
          </a:p>
          <a:p>
            <a:pPr defTabSz="6122805">
              <a:spcBef>
                <a:spcPct val="0"/>
              </a:spcBef>
              <a:defRPr/>
            </a:pPr>
            <a:r>
              <a:rPr lang="en-US" sz="3889" b="1" dirty="0">
                <a:latin typeface="Lucida Sans" panose="020B0602030504020204" pitchFamily="34" charset="77"/>
              </a:rPr>
              <a:t>Faculty of Computer Science and Mathematics</a:t>
            </a:r>
          </a:p>
          <a:p>
            <a:pPr defTabSz="6122805">
              <a:spcBef>
                <a:spcPct val="0"/>
              </a:spcBef>
              <a:defRPr/>
            </a:pPr>
            <a:r>
              <a:rPr lang="en-US" sz="3889" b="1" dirty="0">
                <a:latin typeface="Lucida Sans" panose="020B0602030504020204" pitchFamily="34" charset="77"/>
              </a:rPr>
              <a:t>Artificial Intelligence for Infrastructure and Urban Development</a:t>
            </a:r>
            <a:endParaRPr lang="de-DE" sz="2593" b="1" dirty="0">
              <a:solidFill>
                <a:schemeClr val="bg2"/>
              </a:solidFill>
              <a:latin typeface="Lucida Sans" panose="020B0602030504020204" pitchFamily="34" charset="77"/>
              <a:ea typeface="+mj-ea"/>
              <a:cs typeface="Arial" pitchFamily="34" charset="0"/>
            </a:endParaRPr>
          </a:p>
        </p:txBody>
      </p:sp>
      <p:pic>
        <p:nvPicPr>
          <p:cNvPr id="21" name="Picture 20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F7928554-3A3D-7E3E-E2F2-E69457C15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88768" y="1177800"/>
            <a:ext cx="4468871" cy="3461302"/>
          </a:xfrm>
          <a:prstGeom prst="rect">
            <a:avLst/>
          </a:prstGeom>
        </p:spPr>
      </p:pic>
      <p:pic>
        <p:nvPicPr>
          <p:cNvPr id="14" name="Grafik 13" descr="Ein Bild, das Text, Karte enthält.&#10;&#10;KI-generierte Inhalte können fehlerhaft sein.">
            <a:extLst>
              <a:ext uri="{FF2B5EF4-FFF2-40B4-BE49-F238E27FC236}">
                <a16:creationId xmlns:a16="http://schemas.microsoft.com/office/drawing/2014/main" id="{AF7A9785-998B-80F2-5123-99C63BD05A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4726" y="13493057"/>
            <a:ext cx="4814257" cy="6254327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E7F5AEF9-0BCE-1E0B-DC43-0B6326A36B9B}"/>
              </a:ext>
            </a:extLst>
          </p:cNvPr>
          <p:cNvSpPr/>
          <p:nvPr/>
        </p:nvSpPr>
        <p:spPr>
          <a:xfrm>
            <a:off x="1489116" y="20827413"/>
            <a:ext cx="12481445" cy="355594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872" tIns="91722" bIns="91722" rtlCol="0" anchor="t"/>
          <a:lstStyle/>
          <a:p>
            <a:r>
              <a:rPr lang="en-US" sz="2161" b="1" dirty="0">
                <a:solidFill>
                  <a:schemeClr val="tx1"/>
                </a:solidFill>
                <a:latin typeface="+mj-lt"/>
              </a:rPr>
              <a:t>Cityscapes Dataset</a:t>
            </a:r>
          </a:p>
          <a:p>
            <a:pPr marL="740835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latin typeface="+mj-lt"/>
              </a:rPr>
              <a:t>Street level imagery</a:t>
            </a:r>
          </a:p>
          <a:p>
            <a:pPr marL="740835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latin typeface="+mj-lt"/>
              </a:rPr>
              <a:t>5,000 fine annotated images</a:t>
            </a:r>
          </a:p>
          <a:p>
            <a:pPr marL="740835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latin typeface="+mj-lt"/>
              </a:rPr>
              <a:t>20,000 coarse annotated images</a:t>
            </a:r>
          </a:p>
          <a:p>
            <a:pPr marL="740835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latin typeface="+mj-lt"/>
              </a:rPr>
              <a:t>GPS-metadata</a:t>
            </a:r>
          </a:p>
          <a:p>
            <a:pPr marL="740835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latin typeface="+mj-lt"/>
              </a:rPr>
              <a:t>30 classes in total: </a:t>
            </a:r>
          </a:p>
          <a:p>
            <a:pPr marL="2522928" lvl="1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latin typeface="+mj-lt"/>
              </a:rPr>
              <a:t>flat: road, sidewalk, parking, ...</a:t>
            </a:r>
          </a:p>
          <a:p>
            <a:pPr marL="2522928" lvl="1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latin typeface="+mj-lt"/>
              </a:rPr>
              <a:t>human: person, rider (a person on a </a:t>
            </a:r>
            <a:r>
              <a:rPr lang="en-US" sz="2161" dirty="0" err="1">
                <a:solidFill>
                  <a:schemeClr val="tx1"/>
                </a:solidFill>
                <a:latin typeface="+mj-lt"/>
              </a:rPr>
              <a:t>bycicle</a:t>
            </a:r>
            <a:r>
              <a:rPr lang="en-US" sz="2161" dirty="0">
                <a:solidFill>
                  <a:schemeClr val="tx1"/>
                </a:solidFill>
                <a:latin typeface="+mj-lt"/>
              </a:rPr>
              <a:t>, motorcycle, scooter, ...)</a:t>
            </a:r>
          </a:p>
          <a:p>
            <a:pPr marL="2522928" lvl="1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latin typeface="+mj-lt"/>
              </a:rPr>
              <a:t>vehicle: car, truck, bus, motorcycle, </a:t>
            </a:r>
            <a:r>
              <a:rPr lang="en-US" sz="2161" dirty="0" err="1">
                <a:solidFill>
                  <a:schemeClr val="tx1"/>
                </a:solidFill>
                <a:latin typeface="+mj-lt"/>
              </a:rPr>
              <a:t>bycicle</a:t>
            </a:r>
            <a:r>
              <a:rPr lang="en-US" sz="2161" dirty="0">
                <a:solidFill>
                  <a:schemeClr val="tx1"/>
                </a:solidFill>
                <a:latin typeface="+mj-lt"/>
              </a:rPr>
              <a:t>, ...</a:t>
            </a:r>
          </a:p>
          <a:p>
            <a:pPr marL="2522928" lvl="1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latin typeface="+mj-lt"/>
              </a:rPr>
              <a:t>object: pole, traffic sign and traffic light, ...</a:t>
            </a:r>
          </a:p>
          <a:p>
            <a:pPr marL="740835" indent="-740835">
              <a:buFontTx/>
              <a:buChar char="-"/>
            </a:pPr>
            <a:endParaRPr lang="en-US" sz="2161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2" name="Grafik 21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59F065EE-21C0-594D-2CC8-50A79F5AEE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7587" y="24833771"/>
            <a:ext cx="5148537" cy="3507381"/>
          </a:xfrm>
          <a:prstGeom prst="rect">
            <a:avLst/>
          </a:prstGeom>
        </p:spPr>
      </p:pic>
      <p:pic>
        <p:nvPicPr>
          <p:cNvPr id="24" name="Grafik 23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C0296415-753F-9440-BBEF-B9DA74F5B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1167" y="24826626"/>
            <a:ext cx="7126982" cy="3521644"/>
          </a:xfrm>
          <a:prstGeom prst="rect">
            <a:avLst/>
          </a:prstGeom>
        </p:spPr>
      </p:pic>
      <p:pic>
        <p:nvPicPr>
          <p:cNvPr id="26" name="Grafik 25" descr="Ein Bild, das Screenshot, Cartoon, Kunst enthält.&#10;&#10;KI-generierte Inhalte können fehlerhaft sein.">
            <a:extLst>
              <a:ext uri="{FF2B5EF4-FFF2-40B4-BE49-F238E27FC236}">
                <a16:creationId xmlns:a16="http://schemas.microsoft.com/office/drawing/2014/main" id="{ACC6BF3A-0758-6230-D79C-D0FB5EB635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4565" y="13556535"/>
            <a:ext cx="5978622" cy="2989311"/>
          </a:xfrm>
          <a:prstGeom prst="rect">
            <a:avLst/>
          </a:prstGeom>
        </p:spPr>
      </p:pic>
      <p:pic>
        <p:nvPicPr>
          <p:cNvPr id="28" name="Grafik 27" descr="Ein Bild, das Screenshot, Animation, Cartoon, Spielesoftware enthält.&#10;&#10;KI-generierte Inhalte können fehlerhaft sein.">
            <a:extLst>
              <a:ext uri="{FF2B5EF4-FFF2-40B4-BE49-F238E27FC236}">
                <a16:creationId xmlns:a16="http://schemas.microsoft.com/office/drawing/2014/main" id="{D734CF81-4B78-D197-422C-BE40603454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2626" y="16917827"/>
            <a:ext cx="5978617" cy="2989311"/>
          </a:xfrm>
          <a:prstGeom prst="rect">
            <a:avLst/>
          </a:prstGeom>
        </p:spPr>
      </p:pic>
      <p:sp>
        <p:nvSpPr>
          <p:cNvPr id="29" name="Textfeld 28">
            <a:extLst>
              <a:ext uri="{FF2B5EF4-FFF2-40B4-BE49-F238E27FC236}">
                <a16:creationId xmlns:a16="http://schemas.microsoft.com/office/drawing/2014/main" id="{CB904664-8072-57F8-E699-A13A24900439}"/>
              </a:ext>
            </a:extLst>
          </p:cNvPr>
          <p:cNvSpPr txBox="1"/>
          <p:nvPr/>
        </p:nvSpPr>
        <p:spPr>
          <a:xfrm>
            <a:off x="1826575" y="19711769"/>
            <a:ext cx="5152953" cy="358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728" dirty="0">
                <a:latin typeface="+mj-lt"/>
              </a:rPr>
              <a:t>Figure 1: </a:t>
            </a:r>
            <a:r>
              <a:rPr lang="de-DE" sz="1728" dirty="0" err="1">
                <a:latin typeface="+mj-lt"/>
              </a:rPr>
              <a:t>Cityscapes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image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location</a:t>
            </a:r>
            <a:endParaRPr lang="de-DE" sz="1728" dirty="0">
              <a:latin typeface="+mj-lt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8A87667-5AFE-3B3D-CCC2-B3D2495E7EE9}"/>
              </a:ext>
            </a:extLst>
          </p:cNvPr>
          <p:cNvSpPr txBox="1"/>
          <p:nvPr/>
        </p:nvSpPr>
        <p:spPr>
          <a:xfrm>
            <a:off x="8245099" y="16510231"/>
            <a:ext cx="5152953" cy="358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728" dirty="0">
                <a:latin typeface="+mj-lt"/>
              </a:rPr>
              <a:t>Figure 2: sample </a:t>
            </a:r>
            <a:r>
              <a:rPr lang="de-DE" sz="1728" dirty="0" err="1">
                <a:latin typeface="+mj-lt"/>
              </a:rPr>
              <a:t>coarse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annoteted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image</a:t>
            </a:r>
            <a:endParaRPr lang="de-DE" sz="1728" dirty="0">
              <a:latin typeface="+mj-lt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C777DC34-D933-7CEF-D93B-7E6488E8CB21}"/>
              </a:ext>
            </a:extLst>
          </p:cNvPr>
          <p:cNvSpPr txBox="1"/>
          <p:nvPr/>
        </p:nvSpPr>
        <p:spPr>
          <a:xfrm>
            <a:off x="8150495" y="19934930"/>
            <a:ext cx="5152953" cy="358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728" dirty="0">
                <a:latin typeface="+mj-lt"/>
              </a:rPr>
              <a:t>Figure 3: sample </a:t>
            </a:r>
            <a:r>
              <a:rPr lang="de-DE" sz="1728" dirty="0" err="1">
                <a:latin typeface="+mj-lt"/>
              </a:rPr>
              <a:t>fine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annotated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image</a:t>
            </a:r>
            <a:r>
              <a:rPr lang="de-DE" sz="1728" dirty="0">
                <a:latin typeface="+mj-lt"/>
              </a:rPr>
              <a:t> 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9DC9D20E-AD24-68AE-942F-BBAE2F8626E0}"/>
              </a:ext>
            </a:extLst>
          </p:cNvPr>
          <p:cNvSpPr txBox="1"/>
          <p:nvPr/>
        </p:nvSpPr>
        <p:spPr>
          <a:xfrm>
            <a:off x="1564340" y="28277039"/>
            <a:ext cx="5152953" cy="358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728" dirty="0">
                <a:latin typeface="+mj-lt"/>
              </a:rPr>
              <a:t>Figure 4: </a:t>
            </a:r>
            <a:r>
              <a:rPr lang="de-DE" sz="1728" dirty="0" err="1">
                <a:latin typeface="+mj-lt"/>
              </a:rPr>
              <a:t>dataset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image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count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split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distribution</a:t>
            </a:r>
            <a:endParaRPr lang="de-DE" sz="1728" dirty="0">
              <a:latin typeface="+mj-lt"/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D1A24EB8-42B5-83C6-338E-56B08A6D464C}"/>
              </a:ext>
            </a:extLst>
          </p:cNvPr>
          <p:cNvSpPr txBox="1"/>
          <p:nvPr/>
        </p:nvSpPr>
        <p:spPr>
          <a:xfrm>
            <a:off x="7937054" y="28277039"/>
            <a:ext cx="5152953" cy="358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728" dirty="0">
                <a:latin typeface="+mj-lt"/>
              </a:rPr>
              <a:t>Figure 5: </a:t>
            </a:r>
            <a:r>
              <a:rPr lang="de-DE" sz="1728" dirty="0" err="1">
                <a:latin typeface="+mj-lt"/>
              </a:rPr>
              <a:t>dataset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image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count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city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distribution</a:t>
            </a:r>
            <a:endParaRPr lang="de-DE" sz="1728" dirty="0">
              <a:latin typeface="+mj-lt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BDFD0C7A-9E79-CC60-0992-8F79BB708804}"/>
              </a:ext>
            </a:extLst>
          </p:cNvPr>
          <p:cNvSpPr/>
          <p:nvPr/>
        </p:nvSpPr>
        <p:spPr>
          <a:xfrm>
            <a:off x="15375454" y="7933423"/>
            <a:ext cx="12460263" cy="6748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537" b="1" dirty="0">
                <a:latin typeface="Lucida Sans" panose="020B0602030504020204" pitchFamily="34" charset="77"/>
                <a:cs typeface="Arial" panose="020B0604020202020204" pitchFamily="34" charset="0"/>
              </a:rPr>
              <a:t>Data </a:t>
            </a:r>
            <a:r>
              <a:rPr lang="de-DE" sz="4537" b="1" dirty="0" err="1">
                <a:latin typeface="Lucida Sans" panose="020B0602030504020204" pitchFamily="34" charset="77"/>
                <a:cs typeface="Arial" panose="020B0604020202020204" pitchFamily="34" charset="0"/>
              </a:rPr>
              <a:t>Preparation</a:t>
            </a:r>
            <a:r>
              <a:rPr lang="de-DE" sz="4537" b="1" dirty="0">
                <a:latin typeface="Lucida Sans" panose="020B0602030504020204" pitchFamily="34" charset="77"/>
                <a:cs typeface="Arial" panose="020B0604020202020204" pitchFamily="34" charset="0"/>
              </a:rPr>
              <a:t>: </a:t>
            </a:r>
            <a:r>
              <a:rPr lang="de-DE" sz="4537" b="1" dirty="0" err="1">
                <a:latin typeface="Lucida Sans" panose="020B0602030504020204" pitchFamily="34" charset="77"/>
                <a:cs typeface="Arial" panose="020B0604020202020204" pitchFamily="34" charset="0"/>
              </a:rPr>
              <a:t>Intersection</a:t>
            </a:r>
            <a:r>
              <a:rPr lang="de-DE" sz="4537" b="1" dirty="0">
                <a:latin typeface="Lucida Sans" panose="020B0602030504020204" pitchFamily="34" charset="77"/>
                <a:cs typeface="Arial" panose="020B0604020202020204" pitchFamily="34" charset="0"/>
              </a:rPr>
              <a:t> </a:t>
            </a:r>
            <a:r>
              <a:rPr lang="de-DE" sz="4537" b="1" dirty="0" err="1">
                <a:latin typeface="Lucida Sans" panose="020B0602030504020204" pitchFamily="34" charset="77"/>
                <a:cs typeface="Arial" panose="020B0604020202020204" pitchFamily="34" charset="0"/>
              </a:rPr>
              <a:t>Filtering</a:t>
            </a:r>
            <a:endParaRPr lang="en-US" sz="6620" b="1" dirty="0">
              <a:latin typeface="Lucida Sans" panose="020B0602030504020204" pitchFamily="34" charset="77"/>
              <a:cs typeface="Arial" panose="020B0604020202020204" pitchFamily="34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7D590E64-C5FB-7843-E306-7E4A8545E9B9}"/>
              </a:ext>
            </a:extLst>
          </p:cNvPr>
          <p:cNvSpPr/>
          <p:nvPr/>
        </p:nvSpPr>
        <p:spPr>
          <a:xfrm>
            <a:off x="15364403" y="8837133"/>
            <a:ext cx="12481449" cy="371860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872" tIns="91722" bIns="91722" rtlCol="0" anchor="t"/>
          <a:lstStyle/>
          <a:p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To isolate relevant images, multiple filters were applied:</a:t>
            </a:r>
          </a:p>
          <a:p>
            <a:pPr marL="740835" indent="-740835">
              <a:buFont typeface="Arial" panose="020B0604020202020204" pitchFamily="34" charset="0"/>
              <a:buChar char="•"/>
            </a:pPr>
            <a:r>
              <a:rPr lang="en-US" sz="2161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 Collection: </a:t>
            </a:r>
          </a:p>
          <a:p>
            <a:pPr marL="2522928" lvl="1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Collecting intersection coordinates.</a:t>
            </a:r>
          </a:p>
          <a:p>
            <a:pPr marL="740835" indent="-740835">
              <a:buFont typeface="Arial" panose="020B0604020202020204" pitchFamily="34" charset="0"/>
              <a:buChar char="•"/>
            </a:pPr>
            <a:r>
              <a:rPr lang="en-US" sz="2161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Filtering: </a:t>
            </a:r>
          </a:p>
          <a:p>
            <a:pPr marL="2522928" lvl="1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Matching image GPS metadata (longitude, latitude) with the intersection data.</a:t>
            </a:r>
          </a:p>
          <a:p>
            <a:pPr marL="2522928" lvl="1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Filtering images only heading towards the intersection</a:t>
            </a:r>
          </a:p>
          <a:p>
            <a:pPr marL="740835" indent="-740835">
              <a:buFont typeface="Arial" panose="020B0604020202020204" pitchFamily="34" charset="0"/>
              <a:buChar char="•"/>
            </a:pPr>
            <a:r>
              <a:rPr lang="en-US" sz="2161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Image count</a:t>
            </a:r>
          </a:p>
          <a:p>
            <a:pPr marL="2522928" lvl="1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25000 before -&gt; after 3877 (coarse + fine)</a:t>
            </a:r>
          </a:p>
          <a:p>
            <a:pPr lvl="1"/>
            <a:endParaRPr lang="en-US" sz="2161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pPr marL="740835" indent="-740835">
              <a:buFont typeface="Arial" panose="020B0604020202020204" pitchFamily="34" charset="0"/>
              <a:buChar char="•"/>
            </a:pPr>
            <a:r>
              <a:rPr lang="en-US" sz="2161" b="1" dirty="0">
                <a:solidFill>
                  <a:schemeClr val="tx1"/>
                </a:solidFill>
                <a:cs typeface="Arial" panose="020B0604020202020204" pitchFamily="34" charset="0"/>
              </a:rPr>
              <a:t>Custom training classes </a:t>
            </a:r>
          </a:p>
          <a:p>
            <a:pPr marL="2522928" lvl="1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cs typeface="Arial" panose="020B0604020202020204" pitchFamily="34" charset="0"/>
              </a:rPr>
              <a:t>From 19 to 20 classes (2 removed, 3 added)</a:t>
            </a:r>
          </a:p>
          <a:p>
            <a:pPr marL="740835" indent="-740835">
              <a:buFont typeface="Arial" panose="020B0604020202020204" pitchFamily="34" charset="0"/>
              <a:buChar char="•"/>
            </a:pPr>
            <a:endParaRPr lang="en-US" sz="2161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39" name="Grafik 38" descr="Ein Bild, das Text, Screenshot, Diagramm, Karte enthält.&#10;&#10;KI-generierte Inhalte können fehlerhaft sein.">
            <a:extLst>
              <a:ext uri="{FF2B5EF4-FFF2-40B4-BE49-F238E27FC236}">
                <a16:creationId xmlns:a16="http://schemas.microsoft.com/office/drawing/2014/main" id="{3AAFCDB8-E95B-C18A-EB06-D173E845EEB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55636" y="12688992"/>
            <a:ext cx="3976563" cy="4069404"/>
          </a:xfrm>
          <a:prstGeom prst="rect">
            <a:avLst/>
          </a:prstGeom>
        </p:spPr>
      </p:pic>
      <p:pic>
        <p:nvPicPr>
          <p:cNvPr id="51" name="Grafik 50" descr="Ein Bild, das Kreis, Muster enthält.&#10;&#10;KI-generierte Inhalte können fehlerhaft sein.">
            <a:extLst>
              <a:ext uri="{FF2B5EF4-FFF2-40B4-BE49-F238E27FC236}">
                <a16:creationId xmlns:a16="http://schemas.microsoft.com/office/drawing/2014/main" id="{1FBB9A66-568D-7A02-6FC1-3D96BEB9F3A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443043" y="12721581"/>
            <a:ext cx="6068887" cy="4231121"/>
          </a:xfrm>
          <a:prstGeom prst="rect">
            <a:avLst/>
          </a:prstGeom>
        </p:spPr>
      </p:pic>
      <p:sp>
        <p:nvSpPr>
          <p:cNvPr id="52" name="Textfeld 51">
            <a:extLst>
              <a:ext uri="{FF2B5EF4-FFF2-40B4-BE49-F238E27FC236}">
                <a16:creationId xmlns:a16="http://schemas.microsoft.com/office/drawing/2014/main" id="{F5FF63B9-E8B6-DE1C-126E-2E1ED3F57FFE}"/>
              </a:ext>
            </a:extLst>
          </p:cNvPr>
          <p:cNvSpPr txBox="1"/>
          <p:nvPr/>
        </p:nvSpPr>
        <p:spPr>
          <a:xfrm>
            <a:off x="16164386" y="16696050"/>
            <a:ext cx="5152953" cy="358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728" dirty="0">
                <a:latin typeface="+mj-lt"/>
              </a:rPr>
              <a:t>Figure 6: </a:t>
            </a:r>
            <a:r>
              <a:rPr lang="de-DE" sz="1728" dirty="0" err="1">
                <a:latin typeface="+mj-lt"/>
              </a:rPr>
              <a:t>heading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filtering</a:t>
            </a:r>
            <a:endParaRPr lang="de-DE" sz="1728" dirty="0">
              <a:latin typeface="+mj-lt"/>
            </a:endParaRP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4B8B6AD3-D505-D402-BFC9-0262480F32DF}"/>
              </a:ext>
            </a:extLst>
          </p:cNvPr>
          <p:cNvSpPr txBox="1"/>
          <p:nvPr/>
        </p:nvSpPr>
        <p:spPr>
          <a:xfrm>
            <a:off x="22614569" y="16864107"/>
            <a:ext cx="5152953" cy="358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728" dirty="0">
                <a:latin typeface="+mj-lt"/>
              </a:rPr>
              <a:t>Figure 7: </a:t>
            </a:r>
            <a:r>
              <a:rPr lang="de-DE" sz="1728" dirty="0" err="1">
                <a:latin typeface="+mj-lt"/>
              </a:rPr>
              <a:t>intersection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filtering</a:t>
            </a:r>
            <a:endParaRPr lang="de-DE" sz="1728" dirty="0">
              <a:latin typeface="+mj-lt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CD790A33-F165-7533-E25C-B13443EA13D7}"/>
              </a:ext>
            </a:extLst>
          </p:cNvPr>
          <p:cNvSpPr/>
          <p:nvPr/>
        </p:nvSpPr>
        <p:spPr>
          <a:xfrm>
            <a:off x="15412340" y="17237315"/>
            <a:ext cx="12443606" cy="125642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872" tIns="91722" bIns="91722" rtlCol="0" anchor="t"/>
          <a:lstStyle/>
          <a:p>
            <a:r>
              <a:rPr lang="en-US" sz="2161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Augmentation</a:t>
            </a:r>
          </a:p>
          <a:p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To combat the small amount of available annotated images and to increase model generalization, augmentations were implemented.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17685D0D-D600-034B-1B9F-4C7D4660FC3D}"/>
              </a:ext>
            </a:extLst>
          </p:cNvPr>
          <p:cNvSpPr/>
          <p:nvPr/>
        </p:nvSpPr>
        <p:spPr>
          <a:xfrm>
            <a:off x="15371222" y="21349661"/>
            <a:ext cx="12457243" cy="69871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537" b="1" dirty="0">
                <a:latin typeface="Lucida Sans" panose="020B0602030504020204" pitchFamily="34" charset="77"/>
                <a:cs typeface="Arial" panose="020B0604020202020204" pitchFamily="34" charset="0"/>
              </a:rPr>
              <a:t>Modeling</a:t>
            </a:r>
            <a:endParaRPr lang="en-US" sz="6620" b="1" dirty="0">
              <a:latin typeface="Lucida Sans" panose="020B0602030504020204" pitchFamily="34" charset="77"/>
              <a:cs typeface="Arial" panose="020B0604020202020204" pitchFamily="34" charset="0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BBEAECCA-083D-A1A1-3D11-6FCE0E832C1F}"/>
              </a:ext>
            </a:extLst>
          </p:cNvPr>
          <p:cNvSpPr/>
          <p:nvPr/>
        </p:nvSpPr>
        <p:spPr>
          <a:xfrm>
            <a:off x="15364403" y="22362154"/>
            <a:ext cx="12457243" cy="101657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872" tIns="91722" bIns="91722" rtlCol="0" anchor="t"/>
          <a:lstStyle/>
          <a:p>
            <a:r>
              <a:rPr lang="en-US" sz="2161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Models: </a:t>
            </a:r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U-Net, DeepLabv3, </a:t>
            </a:r>
            <a:r>
              <a:rPr lang="en-US" sz="2161" dirty="0" err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SegFormer</a:t>
            </a:r>
            <a:endParaRPr lang="en-US" sz="2161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r>
              <a:rPr lang="en-US" sz="2161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Custom loss function: </a:t>
            </a:r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Focal loss to combat class imbalance</a:t>
            </a:r>
          </a:p>
        </p:txBody>
      </p:sp>
      <p:pic>
        <p:nvPicPr>
          <p:cNvPr id="64" name="Grafik 63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E7519D75-6AC6-09B1-8DC5-70F3C294C4C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867420" y="7686774"/>
            <a:ext cx="4824428" cy="3096277"/>
          </a:xfrm>
          <a:prstGeom prst="rect">
            <a:avLst/>
          </a:prstGeom>
        </p:spPr>
      </p:pic>
      <p:sp>
        <p:nvSpPr>
          <p:cNvPr id="73" name="Textfeld 72">
            <a:extLst>
              <a:ext uri="{FF2B5EF4-FFF2-40B4-BE49-F238E27FC236}">
                <a16:creationId xmlns:a16="http://schemas.microsoft.com/office/drawing/2014/main" id="{2058572A-0F8F-C476-4B2C-255C50B39ADE}"/>
              </a:ext>
            </a:extLst>
          </p:cNvPr>
          <p:cNvSpPr txBox="1"/>
          <p:nvPr/>
        </p:nvSpPr>
        <p:spPr>
          <a:xfrm>
            <a:off x="30116516" y="10813713"/>
            <a:ext cx="5152953" cy="358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728" dirty="0">
                <a:latin typeface="+mj-lt"/>
              </a:rPr>
              <a:t>Figure 9: </a:t>
            </a:r>
            <a:r>
              <a:rPr lang="de-DE" sz="1728" dirty="0" err="1">
                <a:latin typeface="+mj-lt"/>
              </a:rPr>
              <a:t>class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imbalance</a:t>
            </a:r>
            <a:endParaRPr lang="de-DE" sz="1728" dirty="0">
              <a:latin typeface="+mj-lt"/>
            </a:endParaRP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364FD9AA-9C2F-ABE7-6585-30EDD388C978}"/>
              </a:ext>
            </a:extLst>
          </p:cNvPr>
          <p:cNvSpPr txBox="1"/>
          <p:nvPr/>
        </p:nvSpPr>
        <p:spPr>
          <a:xfrm>
            <a:off x="37005707" y="10727464"/>
            <a:ext cx="5798056" cy="358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728" dirty="0">
                <a:latin typeface="+mj-lt"/>
              </a:rPr>
              <a:t>Figure 10: </a:t>
            </a:r>
            <a:r>
              <a:rPr lang="de-DE" sz="1728" dirty="0" err="1">
                <a:latin typeface="+mj-lt"/>
              </a:rPr>
              <a:t>focal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loss</a:t>
            </a:r>
            <a:endParaRPr lang="de-DE" sz="1728" dirty="0">
              <a:latin typeface="+mj-lt"/>
            </a:endParaRPr>
          </a:p>
        </p:txBody>
      </p:sp>
      <p:pic>
        <p:nvPicPr>
          <p:cNvPr id="76" name="Grafik 75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487A2360-FBC0-3A31-D8C2-6E82552064B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491680" y="7706655"/>
            <a:ext cx="3989401" cy="3151352"/>
          </a:xfrm>
          <a:prstGeom prst="rect">
            <a:avLst/>
          </a:prstGeom>
        </p:spPr>
      </p:pic>
      <p:sp>
        <p:nvSpPr>
          <p:cNvPr id="80" name="Rechteck 79">
            <a:extLst>
              <a:ext uri="{FF2B5EF4-FFF2-40B4-BE49-F238E27FC236}">
                <a16:creationId xmlns:a16="http://schemas.microsoft.com/office/drawing/2014/main" id="{9FFD1AD3-7951-D14D-8461-B6AAA4B6D814}"/>
              </a:ext>
            </a:extLst>
          </p:cNvPr>
          <p:cNvSpPr/>
          <p:nvPr/>
        </p:nvSpPr>
        <p:spPr>
          <a:xfrm>
            <a:off x="15399196" y="23878993"/>
            <a:ext cx="12443606" cy="480682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872" tIns="91722" bIns="91722" rtlCol="0" anchor="t"/>
          <a:lstStyle/>
          <a:p>
            <a:r>
              <a:rPr lang="en-US" sz="2161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2-Step-Training</a:t>
            </a:r>
          </a:p>
          <a:p>
            <a:pPr marL="740835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Pretraining with </a:t>
            </a:r>
            <a:r>
              <a:rPr lang="en-US" sz="2161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coarse</a:t>
            </a:r>
          </a:p>
          <a:p>
            <a:pPr marL="2522928" lvl="1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15 epochs</a:t>
            </a:r>
          </a:p>
          <a:p>
            <a:pPr marL="2522928" lvl="1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5 warmup epochs</a:t>
            </a:r>
          </a:p>
          <a:p>
            <a:pPr marL="2522928" lvl="1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Learning rate (0.001 to 0.00001)</a:t>
            </a:r>
          </a:p>
          <a:p>
            <a:pPr marL="740835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cs typeface="Arial" panose="020B0604020202020204" pitchFamily="34" charset="0"/>
              </a:rPr>
              <a:t>Training with </a:t>
            </a:r>
            <a:r>
              <a:rPr lang="en-US" sz="2161" b="1" dirty="0">
                <a:solidFill>
                  <a:schemeClr val="tx1"/>
                </a:solidFill>
                <a:cs typeface="Arial" panose="020B0604020202020204" pitchFamily="34" charset="0"/>
              </a:rPr>
              <a:t>fine</a:t>
            </a:r>
          </a:p>
          <a:p>
            <a:pPr marL="2522928" lvl="1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cs typeface="Arial" panose="020B0604020202020204" pitchFamily="34" charset="0"/>
              </a:rPr>
              <a:t>150 epochs</a:t>
            </a:r>
          </a:p>
          <a:p>
            <a:pPr marL="2522928" lvl="1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cs typeface="Arial" panose="020B0604020202020204" pitchFamily="34" charset="0"/>
              </a:rPr>
              <a:t>10 warmup epochs</a:t>
            </a:r>
          </a:p>
          <a:p>
            <a:pPr marL="2522928" lvl="1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cs typeface="Arial" panose="020B0604020202020204" pitchFamily="34" charset="0"/>
              </a:rPr>
              <a:t>Learning rate (0.001 to 0.00001)</a:t>
            </a:r>
          </a:p>
          <a:p>
            <a:r>
              <a:rPr lang="en-US" sz="2161" b="1" dirty="0">
                <a:solidFill>
                  <a:schemeClr val="tx1"/>
                </a:solidFill>
                <a:cs typeface="Arial" panose="020B0604020202020204" pitchFamily="34" charset="0"/>
              </a:rPr>
              <a:t>Hyperparameters:</a:t>
            </a:r>
          </a:p>
          <a:p>
            <a:pPr marL="740835" indent="-740835">
              <a:buFont typeface="Arial" panose="020B0604020202020204" pitchFamily="34" charset="0"/>
              <a:buChar char="•"/>
            </a:pPr>
            <a:r>
              <a:rPr lang="en-US" sz="2161" dirty="0" err="1">
                <a:solidFill>
                  <a:schemeClr val="tx1"/>
                </a:solidFill>
                <a:cs typeface="Arial" panose="020B0604020202020204" pitchFamily="34" charset="0"/>
              </a:rPr>
              <a:t>batch_size</a:t>
            </a:r>
            <a:r>
              <a:rPr lang="en-US" sz="2161" dirty="0">
                <a:solidFill>
                  <a:schemeClr val="tx1"/>
                </a:solidFill>
                <a:cs typeface="Arial" panose="020B0604020202020204" pitchFamily="34" charset="0"/>
              </a:rPr>
              <a:t> 32</a:t>
            </a:r>
          </a:p>
          <a:p>
            <a:pPr marL="740835" indent="-740835">
              <a:buFont typeface="Arial" panose="020B0604020202020204" pitchFamily="34" charset="0"/>
              <a:buChar char="•"/>
            </a:pPr>
            <a:r>
              <a:rPr lang="en-US" sz="2161" dirty="0" err="1">
                <a:solidFill>
                  <a:schemeClr val="tx1"/>
                </a:solidFill>
                <a:cs typeface="Arial" panose="020B0604020202020204" pitchFamily="34" charset="0"/>
              </a:rPr>
              <a:t>AdamW</a:t>
            </a:r>
            <a:r>
              <a:rPr lang="en-US" sz="2161" dirty="0">
                <a:solidFill>
                  <a:schemeClr val="tx1"/>
                </a:solidFill>
                <a:cs typeface="Arial" panose="020B0604020202020204" pitchFamily="34" charset="0"/>
              </a:rPr>
              <a:t> optimizer with </a:t>
            </a:r>
            <a:r>
              <a:rPr lang="en-US" sz="2161" dirty="0" err="1">
                <a:solidFill>
                  <a:schemeClr val="tx1"/>
                </a:solidFill>
                <a:cs typeface="Arial" panose="020B0604020202020204" pitchFamily="34" charset="0"/>
              </a:rPr>
              <a:t>wheight_decay</a:t>
            </a:r>
            <a:r>
              <a:rPr lang="en-US" sz="2161" dirty="0">
                <a:solidFill>
                  <a:schemeClr val="tx1"/>
                </a:solidFill>
                <a:cs typeface="Arial" panose="020B0604020202020204" pitchFamily="34" charset="0"/>
              </a:rPr>
              <a:t> 0.0001</a:t>
            </a:r>
          </a:p>
          <a:p>
            <a:r>
              <a:rPr lang="en-US" sz="2161" b="1" dirty="0">
                <a:solidFill>
                  <a:schemeClr val="tx1"/>
                </a:solidFill>
                <a:cs typeface="Arial" panose="020B0604020202020204" pitchFamily="34" charset="0"/>
              </a:rPr>
              <a:t>Evaluation </a:t>
            </a:r>
            <a:r>
              <a:rPr lang="en-US" sz="2161" b="1" dirty="0" err="1">
                <a:solidFill>
                  <a:schemeClr val="tx1"/>
                </a:solidFill>
                <a:cs typeface="Arial" panose="020B0604020202020204" pitchFamily="34" charset="0"/>
              </a:rPr>
              <a:t>Criterias</a:t>
            </a:r>
            <a:r>
              <a:rPr lang="en-US" sz="2161" b="1" dirty="0">
                <a:solidFill>
                  <a:schemeClr val="tx1"/>
                </a:solidFill>
                <a:cs typeface="Arial" panose="020B0604020202020204" pitchFamily="34" charset="0"/>
              </a:rPr>
              <a:t>: </a:t>
            </a:r>
          </a:p>
          <a:p>
            <a:pPr marL="740835" indent="-740835">
              <a:buFont typeface="Arial" panose="020B0604020202020204" pitchFamily="34" charset="0"/>
              <a:buChar char="•"/>
            </a:pPr>
            <a:r>
              <a:rPr lang="en-US" sz="2161" dirty="0" err="1">
                <a:solidFill>
                  <a:schemeClr val="tx1"/>
                </a:solidFill>
                <a:cs typeface="Arial" panose="020B0604020202020204" pitchFamily="34" charset="0"/>
              </a:rPr>
              <a:t>mIoU</a:t>
            </a:r>
            <a:r>
              <a:rPr lang="en-US" sz="2161" dirty="0">
                <a:solidFill>
                  <a:schemeClr val="tx1"/>
                </a:solidFill>
                <a:cs typeface="Arial" panose="020B0604020202020204" pitchFamily="34" charset="0"/>
              </a:rPr>
              <a:t>, pixel accuracy, loss</a:t>
            </a:r>
          </a:p>
          <a:p>
            <a:endParaRPr lang="en-US" sz="216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740835" indent="-740835">
              <a:buFont typeface="Arial" panose="020B0604020202020204" pitchFamily="34" charset="0"/>
              <a:buChar char="•"/>
            </a:pPr>
            <a:endParaRPr lang="en-US" sz="2161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endParaRPr lang="en-US" sz="2161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86" name="Grafik 85" descr="Ein Bild, das Screenshot, Diagramm, Reihe, Text enthält.&#10;&#10;KI-generierte Inhalte können fehlerhaft sein.">
            <a:extLst>
              <a:ext uri="{FF2B5EF4-FFF2-40B4-BE49-F238E27FC236}">
                <a16:creationId xmlns:a16="http://schemas.microsoft.com/office/drawing/2014/main" id="{3F0014BE-1104-084C-A3FA-4FA8D5C847B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040097" y="24148965"/>
            <a:ext cx="4206526" cy="3912452"/>
          </a:xfrm>
          <a:prstGeom prst="rect">
            <a:avLst/>
          </a:prstGeom>
        </p:spPr>
      </p:pic>
      <p:sp>
        <p:nvSpPr>
          <p:cNvPr id="87" name="Textfeld 86">
            <a:extLst>
              <a:ext uri="{FF2B5EF4-FFF2-40B4-BE49-F238E27FC236}">
                <a16:creationId xmlns:a16="http://schemas.microsoft.com/office/drawing/2014/main" id="{2EFA00BA-E84C-1C33-AF42-B401A0C711F1}"/>
              </a:ext>
            </a:extLst>
          </p:cNvPr>
          <p:cNvSpPr txBox="1"/>
          <p:nvPr/>
        </p:nvSpPr>
        <p:spPr>
          <a:xfrm>
            <a:off x="23699779" y="28023882"/>
            <a:ext cx="5152953" cy="358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728" dirty="0">
                <a:latin typeface="+mj-lt"/>
              </a:rPr>
              <a:t>Figure 8: </a:t>
            </a:r>
            <a:r>
              <a:rPr lang="de-DE" sz="1728" dirty="0" err="1">
                <a:latin typeface="+mj-lt"/>
              </a:rPr>
              <a:t>cosine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annealing</a:t>
            </a:r>
            <a:endParaRPr lang="de-DE" sz="1728" dirty="0">
              <a:latin typeface="+mj-lt"/>
            </a:endParaRPr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B78979FF-3F53-3C4D-8966-E8D4DF38F0B2}"/>
              </a:ext>
            </a:extLst>
          </p:cNvPr>
          <p:cNvSpPr/>
          <p:nvPr/>
        </p:nvSpPr>
        <p:spPr>
          <a:xfrm>
            <a:off x="28842599" y="11335024"/>
            <a:ext cx="12426923" cy="69871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537" b="1" dirty="0">
                <a:latin typeface="Lucida Sans" panose="020B0602030504020204" pitchFamily="34" charset="77"/>
                <a:cs typeface="Arial" panose="020B0604020202020204" pitchFamily="34" charset="0"/>
              </a:rPr>
              <a:t>Evaluation</a:t>
            </a:r>
            <a:endParaRPr lang="en-US" sz="6620" b="1" dirty="0">
              <a:latin typeface="Lucida Sans" panose="020B0602030504020204" pitchFamily="34" charset="77"/>
              <a:cs typeface="Arial" panose="020B0604020202020204" pitchFamily="34" charset="0"/>
            </a:endParaRPr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9B5BE065-B321-7475-E828-E97CFDC97DAA}"/>
              </a:ext>
            </a:extLst>
          </p:cNvPr>
          <p:cNvSpPr/>
          <p:nvPr/>
        </p:nvSpPr>
        <p:spPr>
          <a:xfrm>
            <a:off x="28852732" y="25629462"/>
            <a:ext cx="6186647" cy="316826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872" tIns="91722" bIns="91722" rtlCol="0" anchor="t"/>
          <a:lstStyle/>
          <a:p>
            <a:r>
              <a:rPr lang="en-US" sz="2161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Metrics</a:t>
            </a:r>
          </a:p>
          <a:p>
            <a:pPr marL="740835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Compute per‑class instances from masks using CC, Watershed, or Peaks (fixed per class).</a:t>
            </a:r>
          </a:p>
          <a:p>
            <a:pPr marL="740835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Compare against manual ground truth to get absolute and % error per class.</a:t>
            </a:r>
          </a:p>
          <a:p>
            <a:pPr marL="740835" indent="-740835">
              <a:buFont typeface="Arial" panose="020B0604020202020204" pitchFamily="34" charset="0"/>
              <a:buChar char="•"/>
            </a:pPr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Determine a GT‑weighted average % error across classes. (~</a:t>
            </a:r>
            <a:r>
              <a:rPr lang="en-US" sz="2161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50%</a:t>
            </a:r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for self annotated pictures)</a:t>
            </a:r>
          </a:p>
        </p:txBody>
      </p:sp>
      <p:pic>
        <p:nvPicPr>
          <p:cNvPr id="103" name="Grafik 102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78E314CD-CAA2-66AF-9381-040790E0C5C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289736" y="25664450"/>
            <a:ext cx="6024917" cy="2985046"/>
          </a:xfrm>
          <a:prstGeom prst="rect">
            <a:avLst/>
          </a:prstGeom>
        </p:spPr>
      </p:pic>
      <p:pic>
        <p:nvPicPr>
          <p:cNvPr id="3" name="Grafik 2" descr="Ein Bild, das draußen, Screenshot, Schnellstraße, Auto enthält.&#10;&#10;KI-generierte Inhalte können fehlerhaft sein.">
            <a:extLst>
              <a:ext uri="{FF2B5EF4-FFF2-40B4-BE49-F238E27FC236}">
                <a16:creationId xmlns:a16="http://schemas.microsoft.com/office/drawing/2014/main" id="{0948D293-0F35-F12E-7519-C264A0FBEC7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399207" y="19035004"/>
            <a:ext cx="12280432" cy="1923931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BE1AF329-85AF-0A34-4DCE-C9D5006FC639}"/>
              </a:ext>
            </a:extLst>
          </p:cNvPr>
          <p:cNvSpPr txBox="1"/>
          <p:nvPr/>
        </p:nvSpPr>
        <p:spPr>
          <a:xfrm>
            <a:off x="16046500" y="18569548"/>
            <a:ext cx="1670686" cy="42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161" dirty="0">
                <a:latin typeface="+mj-lt"/>
              </a:rPr>
              <a:t>Original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957BDBB-EB1D-8896-9F68-1B090E0BC354}"/>
              </a:ext>
            </a:extLst>
          </p:cNvPr>
          <p:cNvSpPr txBox="1"/>
          <p:nvPr/>
        </p:nvSpPr>
        <p:spPr>
          <a:xfrm>
            <a:off x="23190058" y="18569548"/>
            <a:ext cx="1606145" cy="424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161" dirty="0" err="1">
                <a:latin typeface="+mj-lt"/>
              </a:rPr>
              <a:t>Scale</a:t>
            </a:r>
            <a:r>
              <a:rPr lang="de-DE" sz="2161" dirty="0">
                <a:latin typeface="+mj-lt"/>
              </a:rPr>
              <a:t> &amp; </a:t>
            </a:r>
            <a:r>
              <a:rPr lang="de-DE" sz="2161" dirty="0" err="1">
                <a:latin typeface="+mj-lt"/>
              </a:rPr>
              <a:t>Crop</a:t>
            </a:r>
            <a:endParaRPr lang="de-DE" sz="2161" dirty="0"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0EEB46C-98C9-BA80-9F45-4AD340BDB855}"/>
              </a:ext>
            </a:extLst>
          </p:cNvPr>
          <p:cNvSpPr txBox="1"/>
          <p:nvPr/>
        </p:nvSpPr>
        <p:spPr>
          <a:xfrm>
            <a:off x="18244392" y="18570466"/>
            <a:ext cx="1806072" cy="424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161" dirty="0">
                <a:latin typeface="+mj-lt"/>
              </a:rPr>
              <a:t>Horizontal Flip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E983FC6-E07F-174D-9B0F-15EDAF614894}"/>
              </a:ext>
            </a:extLst>
          </p:cNvPr>
          <p:cNvSpPr txBox="1"/>
          <p:nvPr/>
        </p:nvSpPr>
        <p:spPr>
          <a:xfrm>
            <a:off x="20765384" y="18569548"/>
            <a:ext cx="1412118" cy="424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161" dirty="0">
                <a:latin typeface="+mj-lt"/>
              </a:rPr>
              <a:t>Color </a:t>
            </a:r>
            <a:r>
              <a:rPr lang="de-DE" sz="2161" dirty="0" err="1">
                <a:latin typeface="+mj-lt"/>
              </a:rPr>
              <a:t>Jitter</a:t>
            </a:r>
            <a:endParaRPr lang="de-DE" sz="2161" dirty="0">
              <a:latin typeface="+mj-lt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0B6EFA7-00E2-6A4A-59AF-6666329725AF}"/>
              </a:ext>
            </a:extLst>
          </p:cNvPr>
          <p:cNvSpPr txBox="1"/>
          <p:nvPr/>
        </p:nvSpPr>
        <p:spPr>
          <a:xfrm>
            <a:off x="25575190" y="18569950"/>
            <a:ext cx="1338828" cy="424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161" dirty="0" err="1">
                <a:latin typeface="+mj-lt"/>
              </a:rPr>
              <a:t>Combined</a:t>
            </a:r>
            <a:endParaRPr lang="de-DE" sz="2161" dirty="0">
              <a:latin typeface="+mj-lt"/>
            </a:endParaRPr>
          </a:p>
        </p:txBody>
      </p:sp>
      <p:pic>
        <p:nvPicPr>
          <p:cNvPr id="27" name="Grafik 26" descr="Ein Bild, das Text, Screenshot, Schrift, Schwarz enthält.&#10;&#10;KI-generierte Inhalte können fehlerhaft sein.">
            <a:extLst>
              <a:ext uri="{FF2B5EF4-FFF2-40B4-BE49-F238E27FC236}">
                <a16:creationId xmlns:a16="http://schemas.microsoft.com/office/drawing/2014/main" id="{0038BA4A-CF30-8CB1-0C48-355FEE99B96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842589" y="16093948"/>
            <a:ext cx="12443606" cy="2275465"/>
          </a:xfrm>
          <a:prstGeom prst="rect">
            <a:avLst/>
          </a:prstGeom>
        </p:spPr>
      </p:pic>
      <p:sp>
        <p:nvSpPr>
          <p:cNvPr id="35" name="Rechteck 34">
            <a:extLst>
              <a:ext uri="{FF2B5EF4-FFF2-40B4-BE49-F238E27FC236}">
                <a16:creationId xmlns:a16="http://schemas.microsoft.com/office/drawing/2014/main" id="{19BDC8ED-D39B-1FE1-A54B-6472A3DB3685}"/>
              </a:ext>
            </a:extLst>
          </p:cNvPr>
          <p:cNvSpPr/>
          <p:nvPr/>
        </p:nvSpPr>
        <p:spPr>
          <a:xfrm>
            <a:off x="28842589" y="12228828"/>
            <a:ext cx="12443606" cy="374158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872" tIns="91722" bIns="91722" rtlCol="0" anchor="t"/>
          <a:lstStyle/>
          <a:p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Each model was trained on both the filtered and the complete Cityscapes dataset </a:t>
            </a:r>
            <a:r>
              <a:rPr lang="en-US" sz="2161" dirty="0" err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seperately</a:t>
            </a:r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.</a:t>
            </a:r>
          </a:p>
          <a:p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The models were then evaluated on 4 self annotated </a:t>
            </a:r>
            <a:r>
              <a:rPr lang="en-US" sz="2161" dirty="0" err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mapilliary</a:t>
            </a:r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images of intersections in Regensburg.</a:t>
            </a:r>
          </a:p>
          <a:p>
            <a:endParaRPr lang="en-US" sz="2161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Training on the intersections only dataset led to early</a:t>
            </a:r>
          </a:p>
          <a:p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overfitting and therefore decreased the models performance.</a:t>
            </a:r>
          </a:p>
          <a:p>
            <a:endParaRPr lang="en-US" sz="2161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The </a:t>
            </a:r>
            <a:r>
              <a:rPr lang="en-US" sz="2161" dirty="0" err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mIoU</a:t>
            </a:r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score is a more meaningful evaluation metric than pixel accuracy for image segmentation. Small pixel-level errors can lead to large differences in class overlap, especially for smaller classes. </a:t>
            </a:r>
          </a:p>
          <a:p>
            <a:endParaRPr lang="en-US" sz="2161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DeepLabv3 trained on the complete Cityscapes dataset was the best model with the following scores: </a:t>
            </a:r>
          </a:p>
          <a:p>
            <a:r>
              <a:rPr lang="en-US" sz="2161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train </a:t>
            </a:r>
            <a:r>
              <a:rPr lang="en-US" sz="2161" b="1" dirty="0" err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mIoU</a:t>
            </a:r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: 0.810, </a:t>
            </a:r>
            <a:r>
              <a:rPr lang="en-US" sz="2161" b="1" dirty="0" err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val</a:t>
            </a:r>
            <a:r>
              <a:rPr lang="en-US" sz="2161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2161" b="1" dirty="0" err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mIoU</a:t>
            </a:r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: 0.634, </a:t>
            </a:r>
            <a:r>
              <a:rPr lang="en-US" sz="2161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eval </a:t>
            </a:r>
            <a:r>
              <a:rPr lang="en-US" sz="2161" b="1" dirty="0" err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mIoU</a:t>
            </a:r>
            <a:r>
              <a:rPr lang="en-US" sz="2161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: </a:t>
            </a:r>
            <a:r>
              <a:rPr lang="en-US" sz="216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0.388</a:t>
            </a:r>
          </a:p>
        </p:txBody>
      </p:sp>
      <p:pic>
        <p:nvPicPr>
          <p:cNvPr id="38" name="Grafik 37" descr="Ein Bild, das Text, Schrift, Reihe, weiß enthält.&#10;&#10;KI-generierte Inhalte können fehlerhaft sein.">
            <a:extLst>
              <a:ext uri="{FF2B5EF4-FFF2-40B4-BE49-F238E27FC236}">
                <a16:creationId xmlns:a16="http://schemas.microsoft.com/office/drawing/2014/main" id="{A7439E75-F7EF-967F-C6B5-F01640242B4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233908" y="12981964"/>
            <a:ext cx="4772814" cy="914932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8F3D17D5-CDE9-FD22-3D4E-CDBA7F9B14F4}"/>
              </a:ext>
            </a:extLst>
          </p:cNvPr>
          <p:cNvSpPr txBox="1"/>
          <p:nvPr/>
        </p:nvSpPr>
        <p:spPr>
          <a:xfrm>
            <a:off x="32135815" y="18329159"/>
            <a:ext cx="5152953" cy="358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728" dirty="0">
                <a:latin typeface="+mj-lt"/>
              </a:rPr>
              <a:t>Figure 12: </a:t>
            </a:r>
            <a:r>
              <a:rPr lang="de-DE" sz="1728" dirty="0" err="1">
                <a:latin typeface="+mj-lt"/>
              </a:rPr>
              <a:t>display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of</a:t>
            </a:r>
            <a:r>
              <a:rPr lang="de-DE" sz="1728" dirty="0">
                <a:latin typeface="+mj-lt"/>
              </a:rPr>
              <a:t> all relevant </a:t>
            </a:r>
            <a:r>
              <a:rPr lang="de-DE" sz="1728" dirty="0" err="1">
                <a:latin typeface="+mj-lt"/>
              </a:rPr>
              <a:t>trained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models</a:t>
            </a:r>
            <a:endParaRPr lang="de-DE" sz="1728" dirty="0">
              <a:latin typeface="+mj-lt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2DA45BCC-0659-813F-0769-13952968176F}"/>
              </a:ext>
            </a:extLst>
          </p:cNvPr>
          <p:cNvSpPr txBox="1"/>
          <p:nvPr/>
        </p:nvSpPr>
        <p:spPr>
          <a:xfrm>
            <a:off x="36369475" y="13815983"/>
            <a:ext cx="5152953" cy="358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728" dirty="0">
                <a:latin typeface="+mj-lt"/>
              </a:rPr>
              <a:t>Figure 11: </a:t>
            </a:r>
            <a:r>
              <a:rPr lang="de-DE" sz="1728" dirty="0" err="1">
                <a:latin typeface="+mj-lt"/>
              </a:rPr>
              <a:t>training</a:t>
            </a:r>
            <a:r>
              <a:rPr lang="de-DE" sz="1728" dirty="0">
                <a:latin typeface="+mj-lt"/>
              </a:rPr>
              <a:t> and </a:t>
            </a:r>
            <a:r>
              <a:rPr lang="de-DE" sz="1728" dirty="0" err="1">
                <a:latin typeface="+mj-lt"/>
              </a:rPr>
              <a:t>evaluation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pipeline</a:t>
            </a:r>
            <a:endParaRPr lang="de-DE" sz="1728" dirty="0">
              <a:latin typeface="+mj-lt"/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ACBEF989-682F-DA0A-0850-678BA521FE46}"/>
              </a:ext>
            </a:extLst>
          </p:cNvPr>
          <p:cNvSpPr txBox="1"/>
          <p:nvPr/>
        </p:nvSpPr>
        <p:spPr>
          <a:xfrm>
            <a:off x="35696438" y="28569882"/>
            <a:ext cx="6585700" cy="358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728" dirty="0">
                <a:latin typeface="+mj-lt"/>
              </a:rPr>
              <a:t>Figure 14: </a:t>
            </a:r>
            <a:r>
              <a:rPr lang="de-DE" sz="1728" dirty="0" err="1">
                <a:latin typeface="+mj-lt"/>
              </a:rPr>
              <a:t>computed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metrics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to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ground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truth</a:t>
            </a:r>
            <a:r>
              <a:rPr lang="de-DE" sz="1728" dirty="0">
                <a:latin typeface="+mj-lt"/>
              </a:rPr>
              <a:t> </a:t>
            </a:r>
            <a:r>
              <a:rPr lang="de-DE" sz="1728" dirty="0" err="1">
                <a:latin typeface="+mj-lt"/>
              </a:rPr>
              <a:t>comparison</a:t>
            </a:r>
            <a:endParaRPr lang="de-DE" sz="1728" dirty="0">
              <a:latin typeface="+mj-lt"/>
            </a:endParaRPr>
          </a:p>
        </p:txBody>
      </p:sp>
      <p:pic>
        <p:nvPicPr>
          <p:cNvPr id="55" name="Grafik 54" descr="Ein Bild, das Auto, Himmel, Fahrzeug, Landfahrzeug enthält.&#10;&#10;KI-generierte Inhalte können fehlerhaft sein.">
            <a:extLst>
              <a:ext uri="{FF2B5EF4-FFF2-40B4-BE49-F238E27FC236}">
                <a16:creationId xmlns:a16="http://schemas.microsoft.com/office/drawing/2014/main" id="{AEC9CE8F-4B85-D8F3-F36E-DA74E31C73C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842600" y="18726872"/>
            <a:ext cx="12472068" cy="3321509"/>
          </a:xfrm>
          <a:prstGeom prst="rect">
            <a:avLst/>
          </a:prstGeom>
        </p:spPr>
      </p:pic>
      <p:pic>
        <p:nvPicPr>
          <p:cNvPr id="59" name="Grafik 58" descr="Ein Bild, das Auto, Himmel, Fahrzeug, Landfahrzeug enthält.&#10;&#10;KI-generierte Inhalte können fehlerhaft sein.">
            <a:extLst>
              <a:ext uri="{FF2B5EF4-FFF2-40B4-BE49-F238E27FC236}">
                <a16:creationId xmlns:a16="http://schemas.microsoft.com/office/drawing/2014/main" id="{A476CFA5-F45C-E613-B6A3-D12609E14AA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42589" y="22053795"/>
            <a:ext cx="12472064" cy="3321509"/>
          </a:xfrm>
          <a:prstGeom prst="rect">
            <a:avLst/>
          </a:prstGeom>
        </p:spPr>
      </p:pic>
      <p:sp>
        <p:nvSpPr>
          <p:cNvPr id="41" name="Textfeld 40">
            <a:extLst>
              <a:ext uri="{FF2B5EF4-FFF2-40B4-BE49-F238E27FC236}">
                <a16:creationId xmlns:a16="http://schemas.microsoft.com/office/drawing/2014/main" id="{2AFD95A7-9CF3-B1F2-1420-88F94795EBE6}"/>
              </a:ext>
            </a:extLst>
          </p:cNvPr>
          <p:cNvSpPr txBox="1"/>
          <p:nvPr/>
        </p:nvSpPr>
        <p:spPr>
          <a:xfrm>
            <a:off x="31780652" y="25271212"/>
            <a:ext cx="7831572" cy="358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728" dirty="0">
                <a:latin typeface="+mj-lt"/>
              </a:rPr>
              <a:t>Figure 13: sample </a:t>
            </a:r>
            <a:r>
              <a:rPr lang="de-DE" sz="1728" dirty="0" err="1">
                <a:latin typeface="+mj-lt"/>
              </a:rPr>
              <a:t>of</a:t>
            </a:r>
            <a:r>
              <a:rPr lang="de-DE" sz="1728" dirty="0">
                <a:latin typeface="+mj-lt"/>
              </a:rPr>
              <a:t> deeplab_cityscapes_giga_run_3271161</a:t>
            </a:r>
          </a:p>
        </p:txBody>
      </p:sp>
    </p:spTree>
    <p:extLst>
      <p:ext uri="{BB962C8B-B14F-4D97-AF65-F5344CB8AC3E}">
        <p14:creationId xmlns:p14="http://schemas.microsoft.com/office/powerpoint/2010/main" val="1756435960"/>
      </p:ext>
    </p:extLst>
  </p:cSld>
  <p:clrMapOvr>
    <a:masterClrMapping/>
  </p:clrMapOvr>
</p:sld>
</file>

<file path=ppt/theme/theme1.xml><?xml version="1.0" encoding="utf-8"?>
<a:theme xmlns:a="http://schemas.openxmlformats.org/drawingml/2006/main" name="Logo und Dreizeiler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Calibri-Cambria">
      <a:majorFont>
        <a:latin typeface="Calibri" panose="020F0502020204030204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95E6F899CF6994885F54F6E93405060" ma:contentTypeVersion="10" ma:contentTypeDescription="Ein neues Dokument erstellen." ma:contentTypeScope="" ma:versionID="5d2b46451be8efec05a3e01cd5c6ec7f">
  <xsd:schema xmlns:xsd="http://www.w3.org/2001/XMLSchema" xmlns:xs="http://www.w3.org/2001/XMLSchema" xmlns:p="http://schemas.microsoft.com/office/2006/metadata/properties" xmlns:ns2="5f96219c-7d62-4ba1-844b-11d07140a7ff" xmlns:ns3="454a1e16-3a68-444e-bc82-44f28d6c4a6e" targetNamespace="http://schemas.microsoft.com/office/2006/metadata/properties" ma:root="true" ma:fieldsID="8fb7c94e895eb70748a748ba78cc7904" ns2:_="" ns3:_="">
    <xsd:import namespace="5f96219c-7d62-4ba1-844b-11d07140a7ff"/>
    <xsd:import namespace="454a1e16-3a68-444e-bc82-44f28d6c4a6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96219c-7d62-4ba1-844b-11d07140a7ff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Bildmarkierungen" ma:readOnly="false" ma:fieldId="{5cf76f15-5ced-4ddc-b409-7134ff3c332f}" ma:taxonomyMulti="true" ma:sspId="42096d29-d2c7-41cb-b0eb-79e77ec134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4a1e16-3a68-444e-bc82-44f28d6c4a6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f96219c-7d62-4ba1-844b-11d07140a7f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34BD97F-4401-4A97-9035-1B12584C64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96219c-7d62-4ba1-844b-11d07140a7ff"/>
    <ds:schemaRef ds:uri="454a1e16-3a68-444e-bc82-44f28d6c4a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402B5EC-65F5-4A13-8F12-7762A6A601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31BDD4-C406-4373-A662-76B91CBA0E90}">
  <ds:schemaRefs>
    <ds:schemaRef ds:uri="http://purl.org/dc/dcmitype/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5f96219c-7d62-4ba1-844b-11d07140a7ff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454a1e16-3a68-444e-bc82-44f28d6c4a6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TUM_Plakat_A0_quer_p_v1</Template>
  <TotalTime>0</TotalTime>
  <Words>947</Words>
  <Application>Microsoft Office PowerPoint</Application>
  <PresentationFormat>Benutzerdefiniert</PresentationFormat>
  <Paragraphs>130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</vt:i4>
      </vt:variant>
    </vt:vector>
  </HeadingPairs>
  <TitlesOfParts>
    <vt:vector size="8" baseType="lpstr">
      <vt:lpstr>Aptos Display</vt:lpstr>
      <vt:lpstr>Lucida Sans</vt:lpstr>
      <vt:lpstr>Calibri</vt:lpstr>
      <vt:lpstr>Arial</vt:lpstr>
      <vt:lpstr>Aptos</vt:lpstr>
      <vt:lpstr>Logo und Dreizeiler</vt:lpstr>
      <vt:lpstr>Benutzerdefiniertes Design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Air Mobility as an Integral Part of Regional Public Transport</dc:title>
  <dc:creator>Christoph Maget</dc:creator>
  <dc:description>Rechteinhaber: Technische Universität München, https://www.tum.de_x000d_
Gestaltung: ediundsepp Gestaltungsgesellschaft, München, http://www.ediundsepp.de_x000d_
Technische Umsetzung: eWorks GmbH, Frankfurt am Main, http://www.eworks.de</dc:description>
  <cp:lastModifiedBy>Florian Kammerer</cp:lastModifiedBy>
  <cp:revision>168</cp:revision>
  <cp:lastPrinted>2025-12-08T12:10:21Z</cp:lastPrinted>
  <dcterms:created xsi:type="dcterms:W3CDTF">2021-11-23T19:42:13Z</dcterms:created>
  <dcterms:modified xsi:type="dcterms:W3CDTF">2026-01-15T21:51:11Z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0x010100CBE255276945314790992D07276A2E9C</vt:lpwstr>
  </property>
</Properties>
</file>